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4041" r:id="rId2"/>
    <p:sldId id="4042" r:id="rId3"/>
    <p:sldId id="4053" r:id="rId4"/>
    <p:sldId id="4047" r:id="rId5"/>
    <p:sldId id="4070" r:id="rId6"/>
    <p:sldId id="4071" r:id="rId7"/>
    <p:sldId id="4078" r:id="rId8"/>
    <p:sldId id="4064" r:id="rId9"/>
    <p:sldId id="40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AF930ED-576F-1241-89FB-BECC1F25DB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6720" y="2842686"/>
            <a:ext cx="2080954" cy="208040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00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341" y="-189186"/>
            <a:ext cx="12546840" cy="72363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1434" y="-1"/>
            <a:ext cx="6793264" cy="6858001"/>
          </a:xfrm>
          <a:custGeom>
            <a:avLst/>
            <a:gdLst>
              <a:gd name="connsiteX0" fmla="*/ 0 w 11178543"/>
              <a:gd name="connsiteY0" fmla="*/ 0 h 13716001"/>
              <a:gd name="connsiteX1" fmla="*/ 11178543 w 11178543"/>
              <a:gd name="connsiteY1" fmla="*/ 0 h 13716001"/>
              <a:gd name="connsiteX2" fmla="*/ 11178543 w 11178543"/>
              <a:gd name="connsiteY2" fmla="*/ 13716001 h 13716001"/>
              <a:gd name="connsiteX3" fmla="*/ 0 w 11178543"/>
              <a:gd name="connsiteY3" fmla="*/ 13716001 h 13716001"/>
              <a:gd name="connsiteX4" fmla="*/ 0 w 11178543"/>
              <a:gd name="connsiteY4" fmla="*/ 0 h 13716001"/>
              <a:gd name="connsiteX0" fmla="*/ 0 w 13406217"/>
              <a:gd name="connsiteY0" fmla="*/ 0 h 13716001"/>
              <a:gd name="connsiteX1" fmla="*/ 11178543 w 13406217"/>
              <a:gd name="connsiteY1" fmla="*/ 0 h 13716001"/>
              <a:gd name="connsiteX2" fmla="*/ 11178543 w 13406217"/>
              <a:gd name="connsiteY2" fmla="*/ 13716001 h 13716001"/>
              <a:gd name="connsiteX3" fmla="*/ 0 w 13406217"/>
              <a:gd name="connsiteY3" fmla="*/ 13716001 h 13716001"/>
              <a:gd name="connsiteX4" fmla="*/ 0 w 13406217"/>
              <a:gd name="connsiteY4" fmla="*/ 0 h 13716001"/>
              <a:gd name="connsiteX0" fmla="*/ 0 w 13832132"/>
              <a:gd name="connsiteY0" fmla="*/ 0 h 13716001"/>
              <a:gd name="connsiteX1" fmla="*/ 11178543 w 13832132"/>
              <a:gd name="connsiteY1" fmla="*/ 0 h 13716001"/>
              <a:gd name="connsiteX2" fmla="*/ 11178543 w 13832132"/>
              <a:gd name="connsiteY2" fmla="*/ 13716001 h 13716001"/>
              <a:gd name="connsiteX3" fmla="*/ 0 w 13832132"/>
              <a:gd name="connsiteY3" fmla="*/ 13716001 h 13716001"/>
              <a:gd name="connsiteX4" fmla="*/ 0 w 13832132"/>
              <a:gd name="connsiteY4" fmla="*/ 0 h 13716001"/>
              <a:gd name="connsiteX0" fmla="*/ 0 w 13191199"/>
              <a:gd name="connsiteY0" fmla="*/ 0 h 13716001"/>
              <a:gd name="connsiteX1" fmla="*/ 11178543 w 13191199"/>
              <a:gd name="connsiteY1" fmla="*/ 0 h 13716001"/>
              <a:gd name="connsiteX2" fmla="*/ 11178543 w 13191199"/>
              <a:gd name="connsiteY2" fmla="*/ 13716001 h 13716001"/>
              <a:gd name="connsiteX3" fmla="*/ 0 w 13191199"/>
              <a:gd name="connsiteY3" fmla="*/ 13716001 h 13716001"/>
              <a:gd name="connsiteX4" fmla="*/ 0 w 13191199"/>
              <a:gd name="connsiteY4" fmla="*/ 0 h 13716001"/>
              <a:gd name="connsiteX0" fmla="*/ 0 w 13612066"/>
              <a:gd name="connsiteY0" fmla="*/ 0 h 13716001"/>
              <a:gd name="connsiteX1" fmla="*/ 11178543 w 13612066"/>
              <a:gd name="connsiteY1" fmla="*/ 0 h 13716001"/>
              <a:gd name="connsiteX2" fmla="*/ 11178543 w 13612066"/>
              <a:gd name="connsiteY2" fmla="*/ 13716001 h 13716001"/>
              <a:gd name="connsiteX3" fmla="*/ 0 w 13612066"/>
              <a:gd name="connsiteY3" fmla="*/ 13716001 h 13716001"/>
              <a:gd name="connsiteX4" fmla="*/ 0 w 13612066"/>
              <a:gd name="connsiteY4" fmla="*/ 0 h 13716001"/>
              <a:gd name="connsiteX0" fmla="*/ 0 w 13582990"/>
              <a:gd name="connsiteY0" fmla="*/ 0 h 13716001"/>
              <a:gd name="connsiteX1" fmla="*/ 11178543 w 13582990"/>
              <a:gd name="connsiteY1" fmla="*/ 0 h 13716001"/>
              <a:gd name="connsiteX2" fmla="*/ 11178543 w 13582990"/>
              <a:gd name="connsiteY2" fmla="*/ 13716001 h 13716001"/>
              <a:gd name="connsiteX3" fmla="*/ 0 w 13582990"/>
              <a:gd name="connsiteY3" fmla="*/ 13716001 h 13716001"/>
              <a:gd name="connsiteX4" fmla="*/ 0 w 13582990"/>
              <a:gd name="connsiteY4" fmla="*/ 0 h 1371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82990" h="13716001">
                <a:moveTo>
                  <a:pt x="0" y="0"/>
                </a:moveTo>
                <a:lnTo>
                  <a:pt x="11178543" y="0"/>
                </a:lnTo>
                <a:cubicBezTo>
                  <a:pt x="15682810" y="6366933"/>
                  <a:pt x="12770277" y="11142134"/>
                  <a:pt x="11178543" y="13716001"/>
                </a:cubicBezTo>
                <a:lnTo>
                  <a:pt x="0" y="1371600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2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AD9F83-ED37-984E-8CB1-62B23A1608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341" y="-189185"/>
            <a:ext cx="12546840" cy="45964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AD9F83-ED37-984E-8CB1-62B23A1608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53927" y="2982685"/>
            <a:ext cx="4438073" cy="3875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7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AD9F83-ED37-984E-8CB1-62B23A1608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2282006"/>
            <a:ext cx="3901440" cy="2626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AD239E4-5E9F-304A-BDBF-12B9E2F6FC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45280" y="2282006"/>
            <a:ext cx="3901440" cy="2626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A0FDACCB-3EE2-7D43-9DF9-93494BFC57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90560" y="2282006"/>
            <a:ext cx="3901440" cy="2626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AD9F83-ED37-984E-8CB1-62B23A1608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47284" y="2302507"/>
            <a:ext cx="1974275" cy="188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06BFF42-9855-DA46-8A77-DB8C3AB083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8874" y="2302507"/>
            <a:ext cx="1974275" cy="188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F20A8514-D97B-E449-ADCA-3B38960F0E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50464" y="2302507"/>
            <a:ext cx="1974275" cy="188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6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AD9F83-ED37-984E-8CB1-62B23A1608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2493" y="940525"/>
            <a:ext cx="3269805" cy="4976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9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AD9F83-ED37-984E-8CB1-62B23A1608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47909E0-DE5A-B84B-9A9E-BB3C65420C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4002" y="0"/>
            <a:ext cx="406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5C0E3E2-3D80-044C-B884-7AFFE363A8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8001" y="0"/>
            <a:ext cx="406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8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5A69389-6476-454C-AD72-574B612A40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05838" y="2619102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70B27ABA-93BA-924F-AE3C-1CCBDA9A22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05838" y="3801243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1D415-4C8F-A34B-A197-2954BC7689E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05838" y="4983384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17A9126A-FBCC-0E41-A598-FDABB73DD7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50926" y="2619102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B9A11DAD-6435-4C45-A0F4-EB6077F9729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50926" y="3801243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011DB682-9D36-454B-B2E7-9941C7DBAC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50926" y="4983384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A4678D7F-3ED1-ED45-B1FD-293A29C883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96014" y="2619102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586AFE01-3A7E-D14F-BD0F-E75B7FC334D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696014" y="3801243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3FE31575-4393-D649-9038-C509A8BCD31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96014" y="4983384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BE1B97EE-F9E8-754A-B33F-182DC5A7AC9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41103" y="2619102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CC3D615F-B595-354A-B8DA-95F8781E02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441103" y="3801243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CB1285A4-4479-774E-906F-6BA14435F8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441103" y="4983384"/>
            <a:ext cx="1545059" cy="640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0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E60F9B4B-9200-3C42-9B49-C0E45B1B0E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53634" y="687036"/>
            <a:ext cx="7344675" cy="39425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20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E60F9B4B-9200-3C42-9B49-C0E45B1B0E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4279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3B5A84-1015-7F40-90B8-FBD4D9F4BF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2578609"/>
            <a:ext cx="6096000" cy="4279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20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3B5A84-1015-7F40-90B8-FBD4D9F4BF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35082" y="2578609"/>
            <a:ext cx="3791946" cy="4279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973D38F-9BA1-4C4B-A758-CA84B1F72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00054" y="2578609"/>
            <a:ext cx="3791946" cy="4279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4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3B5A84-1015-7F40-90B8-FBD4D9F4BF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59581" y="2915413"/>
            <a:ext cx="3216905" cy="56759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85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3B5A84-1015-7F40-90B8-FBD4D9F4BF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03635" y="1073035"/>
            <a:ext cx="3540983" cy="4770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42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3B5A84-1015-7F40-90B8-FBD4D9F4BF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70174" y="2254469"/>
            <a:ext cx="4174444" cy="2617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C42ACEB-0AB1-A44E-8DE2-19CCDB5B7E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94694" y="2254469"/>
            <a:ext cx="4174444" cy="26177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12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3B5A84-1015-7F40-90B8-FBD4D9F4BF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1"/>
            <a:ext cx="12192000" cy="45556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6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 userDrawn="1"/>
        </p:nvSpPr>
        <p:spPr>
          <a:xfrm>
            <a:off x="11750218" y="305271"/>
            <a:ext cx="462518" cy="246203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1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2474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5A560D1-147C-6248-B248-B7471A0C70EA}"/>
              </a:ext>
            </a:extLst>
          </p:cNvPr>
          <p:cNvSpPr/>
          <p:nvPr/>
        </p:nvSpPr>
        <p:spPr>
          <a:xfrm rot="10800000" flipV="1">
            <a:off x="1587" y="-7263"/>
            <a:ext cx="12188825" cy="6858000"/>
          </a:xfrm>
          <a:prstGeom prst="rect">
            <a:avLst/>
          </a:prstGeom>
          <a:gradFill>
            <a:gsLst>
              <a:gs pos="100000">
                <a:schemeClr val="accent2">
                  <a:alpha val="80000"/>
                </a:schemeClr>
              </a:gs>
              <a:gs pos="33000">
                <a:schemeClr val="accent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DE74D-FEDF-984C-BBA3-A8B6A7B54EDA}"/>
              </a:ext>
            </a:extLst>
          </p:cNvPr>
          <p:cNvSpPr/>
          <p:nvPr/>
        </p:nvSpPr>
        <p:spPr>
          <a:xfrm>
            <a:off x="1586" y="-8408"/>
            <a:ext cx="5934271" cy="6873672"/>
          </a:xfrm>
          <a:custGeom>
            <a:avLst/>
            <a:gdLst>
              <a:gd name="connsiteX0" fmla="*/ 0 w 11146971"/>
              <a:gd name="connsiteY0" fmla="*/ 0 h 13716001"/>
              <a:gd name="connsiteX1" fmla="*/ 11146971 w 11146971"/>
              <a:gd name="connsiteY1" fmla="*/ 0 h 13716001"/>
              <a:gd name="connsiteX2" fmla="*/ 11146971 w 11146971"/>
              <a:gd name="connsiteY2" fmla="*/ 13716001 h 13716001"/>
              <a:gd name="connsiteX3" fmla="*/ 0 w 11146971"/>
              <a:gd name="connsiteY3" fmla="*/ 13716001 h 13716001"/>
              <a:gd name="connsiteX4" fmla="*/ 0 w 11146971"/>
              <a:gd name="connsiteY4" fmla="*/ 0 h 13716001"/>
              <a:gd name="connsiteX0" fmla="*/ 0 w 11150600"/>
              <a:gd name="connsiteY0" fmla="*/ 0 h 13716001"/>
              <a:gd name="connsiteX1" fmla="*/ 11146971 w 11150600"/>
              <a:gd name="connsiteY1" fmla="*/ 0 h 13716001"/>
              <a:gd name="connsiteX2" fmla="*/ 11150600 w 11150600"/>
              <a:gd name="connsiteY2" fmla="*/ 1244601 h 13716001"/>
              <a:gd name="connsiteX3" fmla="*/ 11146971 w 11150600"/>
              <a:gd name="connsiteY3" fmla="*/ 13716001 h 13716001"/>
              <a:gd name="connsiteX4" fmla="*/ 0 w 11150600"/>
              <a:gd name="connsiteY4" fmla="*/ 13716001 h 13716001"/>
              <a:gd name="connsiteX5" fmla="*/ 0 w 11150600"/>
              <a:gd name="connsiteY5" fmla="*/ 0 h 13716001"/>
              <a:gd name="connsiteX0" fmla="*/ 0 w 13385800"/>
              <a:gd name="connsiteY0" fmla="*/ 0 h 13716001"/>
              <a:gd name="connsiteX1" fmla="*/ 11146971 w 13385800"/>
              <a:gd name="connsiteY1" fmla="*/ 0 h 13716001"/>
              <a:gd name="connsiteX2" fmla="*/ 13385800 w 13385800"/>
              <a:gd name="connsiteY2" fmla="*/ 6908801 h 13716001"/>
              <a:gd name="connsiteX3" fmla="*/ 11146971 w 13385800"/>
              <a:gd name="connsiteY3" fmla="*/ 13716001 h 13716001"/>
              <a:gd name="connsiteX4" fmla="*/ 0 w 13385800"/>
              <a:gd name="connsiteY4" fmla="*/ 13716001 h 13716001"/>
              <a:gd name="connsiteX5" fmla="*/ 0 w 13385800"/>
              <a:gd name="connsiteY5" fmla="*/ 0 h 13716001"/>
              <a:gd name="connsiteX0" fmla="*/ 0 w 13654142"/>
              <a:gd name="connsiteY0" fmla="*/ 0 h 13716001"/>
              <a:gd name="connsiteX1" fmla="*/ 11146971 w 13654142"/>
              <a:gd name="connsiteY1" fmla="*/ 0 h 13716001"/>
              <a:gd name="connsiteX2" fmla="*/ 13385800 w 13654142"/>
              <a:gd name="connsiteY2" fmla="*/ 6908801 h 13716001"/>
              <a:gd name="connsiteX3" fmla="*/ 11146971 w 13654142"/>
              <a:gd name="connsiteY3" fmla="*/ 13716001 h 13716001"/>
              <a:gd name="connsiteX4" fmla="*/ 0 w 13654142"/>
              <a:gd name="connsiteY4" fmla="*/ 13716001 h 13716001"/>
              <a:gd name="connsiteX5" fmla="*/ 0 w 13654142"/>
              <a:gd name="connsiteY5" fmla="*/ 0 h 13716001"/>
              <a:gd name="connsiteX0" fmla="*/ 0 w 13873999"/>
              <a:gd name="connsiteY0" fmla="*/ 0 h 13716001"/>
              <a:gd name="connsiteX1" fmla="*/ 11146971 w 13873999"/>
              <a:gd name="connsiteY1" fmla="*/ 0 h 13716001"/>
              <a:gd name="connsiteX2" fmla="*/ 13385800 w 13873999"/>
              <a:gd name="connsiteY2" fmla="*/ 6908801 h 13716001"/>
              <a:gd name="connsiteX3" fmla="*/ 11146971 w 13873999"/>
              <a:gd name="connsiteY3" fmla="*/ 13716001 h 13716001"/>
              <a:gd name="connsiteX4" fmla="*/ 0 w 13873999"/>
              <a:gd name="connsiteY4" fmla="*/ 13716001 h 13716001"/>
              <a:gd name="connsiteX5" fmla="*/ 0 w 13873999"/>
              <a:gd name="connsiteY5" fmla="*/ 0 h 13716001"/>
              <a:gd name="connsiteX0" fmla="*/ 0 w 13649394"/>
              <a:gd name="connsiteY0" fmla="*/ 0 h 13716001"/>
              <a:gd name="connsiteX1" fmla="*/ 11146971 w 13649394"/>
              <a:gd name="connsiteY1" fmla="*/ 0 h 13716001"/>
              <a:gd name="connsiteX2" fmla="*/ 13106400 w 13649394"/>
              <a:gd name="connsiteY2" fmla="*/ 2997201 h 13716001"/>
              <a:gd name="connsiteX3" fmla="*/ 11146971 w 13649394"/>
              <a:gd name="connsiteY3" fmla="*/ 13716001 h 13716001"/>
              <a:gd name="connsiteX4" fmla="*/ 0 w 13649394"/>
              <a:gd name="connsiteY4" fmla="*/ 13716001 h 13716001"/>
              <a:gd name="connsiteX5" fmla="*/ 0 w 13649394"/>
              <a:gd name="connsiteY5" fmla="*/ 0 h 13716001"/>
              <a:gd name="connsiteX0" fmla="*/ 0 w 13750288"/>
              <a:gd name="connsiteY0" fmla="*/ 0 h 13716001"/>
              <a:gd name="connsiteX1" fmla="*/ 11146971 w 13750288"/>
              <a:gd name="connsiteY1" fmla="*/ 0 h 13716001"/>
              <a:gd name="connsiteX2" fmla="*/ 13233400 w 13750288"/>
              <a:gd name="connsiteY2" fmla="*/ 4140201 h 13716001"/>
              <a:gd name="connsiteX3" fmla="*/ 11146971 w 13750288"/>
              <a:gd name="connsiteY3" fmla="*/ 13716001 h 13716001"/>
              <a:gd name="connsiteX4" fmla="*/ 0 w 13750288"/>
              <a:gd name="connsiteY4" fmla="*/ 13716001 h 13716001"/>
              <a:gd name="connsiteX5" fmla="*/ 0 w 13750288"/>
              <a:gd name="connsiteY5" fmla="*/ 0 h 13716001"/>
              <a:gd name="connsiteX0" fmla="*/ 0 w 13750288"/>
              <a:gd name="connsiteY0" fmla="*/ 0 h 13716001"/>
              <a:gd name="connsiteX1" fmla="*/ 11146971 w 13750288"/>
              <a:gd name="connsiteY1" fmla="*/ 0 h 13716001"/>
              <a:gd name="connsiteX2" fmla="*/ 13233400 w 13750288"/>
              <a:gd name="connsiteY2" fmla="*/ 4140201 h 13716001"/>
              <a:gd name="connsiteX3" fmla="*/ 11146971 w 13750288"/>
              <a:gd name="connsiteY3" fmla="*/ 13716001 h 13716001"/>
              <a:gd name="connsiteX4" fmla="*/ 0 w 13750288"/>
              <a:gd name="connsiteY4" fmla="*/ 13716001 h 13716001"/>
              <a:gd name="connsiteX5" fmla="*/ 0 w 13750288"/>
              <a:gd name="connsiteY5" fmla="*/ 0 h 13716001"/>
              <a:gd name="connsiteX0" fmla="*/ 0 w 12540342"/>
              <a:gd name="connsiteY0" fmla="*/ 0 h 13716001"/>
              <a:gd name="connsiteX1" fmla="*/ 11146971 w 12540342"/>
              <a:gd name="connsiteY1" fmla="*/ 0 h 13716001"/>
              <a:gd name="connsiteX2" fmla="*/ 11146971 w 12540342"/>
              <a:gd name="connsiteY2" fmla="*/ 13716001 h 13716001"/>
              <a:gd name="connsiteX3" fmla="*/ 0 w 12540342"/>
              <a:gd name="connsiteY3" fmla="*/ 13716001 h 13716001"/>
              <a:gd name="connsiteX4" fmla="*/ 0 w 12540342"/>
              <a:gd name="connsiteY4" fmla="*/ 0 h 13716001"/>
              <a:gd name="connsiteX0" fmla="*/ 0 w 13109353"/>
              <a:gd name="connsiteY0" fmla="*/ 0 h 13716001"/>
              <a:gd name="connsiteX1" fmla="*/ 11146971 w 13109353"/>
              <a:gd name="connsiteY1" fmla="*/ 0 h 13716001"/>
              <a:gd name="connsiteX2" fmla="*/ 11146971 w 13109353"/>
              <a:gd name="connsiteY2" fmla="*/ 13716001 h 13716001"/>
              <a:gd name="connsiteX3" fmla="*/ 0 w 13109353"/>
              <a:gd name="connsiteY3" fmla="*/ 13716001 h 13716001"/>
              <a:gd name="connsiteX4" fmla="*/ 0 w 13109353"/>
              <a:gd name="connsiteY4" fmla="*/ 0 h 13716001"/>
              <a:gd name="connsiteX0" fmla="*/ 0 w 13304207"/>
              <a:gd name="connsiteY0" fmla="*/ 0 h 13716001"/>
              <a:gd name="connsiteX1" fmla="*/ 11146971 w 13304207"/>
              <a:gd name="connsiteY1" fmla="*/ 0 h 13716001"/>
              <a:gd name="connsiteX2" fmla="*/ 11146971 w 13304207"/>
              <a:gd name="connsiteY2" fmla="*/ 13716001 h 13716001"/>
              <a:gd name="connsiteX3" fmla="*/ 0 w 13304207"/>
              <a:gd name="connsiteY3" fmla="*/ 13716001 h 13716001"/>
              <a:gd name="connsiteX4" fmla="*/ 0 w 13304207"/>
              <a:gd name="connsiteY4" fmla="*/ 0 h 13716001"/>
              <a:gd name="connsiteX0" fmla="*/ 0 w 13243524"/>
              <a:gd name="connsiteY0" fmla="*/ 0 h 13716001"/>
              <a:gd name="connsiteX1" fmla="*/ 11146971 w 13243524"/>
              <a:gd name="connsiteY1" fmla="*/ 0 h 13716001"/>
              <a:gd name="connsiteX2" fmla="*/ 11146971 w 13243524"/>
              <a:gd name="connsiteY2" fmla="*/ 13716001 h 13716001"/>
              <a:gd name="connsiteX3" fmla="*/ 0 w 13243524"/>
              <a:gd name="connsiteY3" fmla="*/ 13716001 h 13716001"/>
              <a:gd name="connsiteX4" fmla="*/ 0 w 13243524"/>
              <a:gd name="connsiteY4" fmla="*/ 0 h 13716001"/>
              <a:gd name="connsiteX0" fmla="*/ 0 w 13253599"/>
              <a:gd name="connsiteY0" fmla="*/ 0 h 13716001"/>
              <a:gd name="connsiteX1" fmla="*/ 11146971 w 13253599"/>
              <a:gd name="connsiteY1" fmla="*/ 0 h 13716001"/>
              <a:gd name="connsiteX2" fmla="*/ 11146971 w 13253599"/>
              <a:gd name="connsiteY2" fmla="*/ 13716001 h 13716001"/>
              <a:gd name="connsiteX3" fmla="*/ 0 w 13253599"/>
              <a:gd name="connsiteY3" fmla="*/ 13716001 h 13716001"/>
              <a:gd name="connsiteX4" fmla="*/ 0 w 13253599"/>
              <a:gd name="connsiteY4" fmla="*/ 0 h 13716001"/>
              <a:gd name="connsiteX0" fmla="*/ 0 w 13233464"/>
              <a:gd name="connsiteY0" fmla="*/ 0 h 13716001"/>
              <a:gd name="connsiteX1" fmla="*/ 11146971 w 13233464"/>
              <a:gd name="connsiteY1" fmla="*/ 0 h 13716001"/>
              <a:gd name="connsiteX2" fmla="*/ 11146971 w 13233464"/>
              <a:gd name="connsiteY2" fmla="*/ 13716001 h 13716001"/>
              <a:gd name="connsiteX3" fmla="*/ 0 w 13233464"/>
              <a:gd name="connsiteY3" fmla="*/ 13716001 h 13716001"/>
              <a:gd name="connsiteX4" fmla="*/ 0 w 13233464"/>
              <a:gd name="connsiteY4" fmla="*/ 0 h 13716001"/>
              <a:gd name="connsiteX0" fmla="*/ 0 w 13224546"/>
              <a:gd name="connsiteY0" fmla="*/ 0 h 13716001"/>
              <a:gd name="connsiteX1" fmla="*/ 11146971 w 13224546"/>
              <a:gd name="connsiteY1" fmla="*/ 0 h 13716001"/>
              <a:gd name="connsiteX2" fmla="*/ 11146971 w 13224546"/>
              <a:gd name="connsiteY2" fmla="*/ 13716001 h 13716001"/>
              <a:gd name="connsiteX3" fmla="*/ 0 w 13224546"/>
              <a:gd name="connsiteY3" fmla="*/ 13716001 h 13716001"/>
              <a:gd name="connsiteX4" fmla="*/ 0 w 13224546"/>
              <a:gd name="connsiteY4" fmla="*/ 0 h 13716001"/>
              <a:gd name="connsiteX0" fmla="*/ 0 w 13929089"/>
              <a:gd name="connsiteY0" fmla="*/ 0 h 13716001"/>
              <a:gd name="connsiteX1" fmla="*/ 11146971 w 13929089"/>
              <a:gd name="connsiteY1" fmla="*/ 0 h 13716001"/>
              <a:gd name="connsiteX2" fmla="*/ 11146971 w 13929089"/>
              <a:gd name="connsiteY2" fmla="*/ 13716001 h 13716001"/>
              <a:gd name="connsiteX3" fmla="*/ 0 w 13929089"/>
              <a:gd name="connsiteY3" fmla="*/ 13716001 h 13716001"/>
              <a:gd name="connsiteX4" fmla="*/ 0 w 13929089"/>
              <a:gd name="connsiteY4" fmla="*/ 0 h 13716001"/>
              <a:gd name="connsiteX0" fmla="*/ 0 w 14135028"/>
              <a:gd name="connsiteY0" fmla="*/ 0 h 13716001"/>
              <a:gd name="connsiteX1" fmla="*/ 11146971 w 14135028"/>
              <a:gd name="connsiteY1" fmla="*/ 0 h 13716001"/>
              <a:gd name="connsiteX2" fmla="*/ 11146971 w 14135028"/>
              <a:gd name="connsiteY2" fmla="*/ 13716001 h 13716001"/>
              <a:gd name="connsiteX3" fmla="*/ 0 w 14135028"/>
              <a:gd name="connsiteY3" fmla="*/ 13716001 h 13716001"/>
              <a:gd name="connsiteX4" fmla="*/ 0 w 14135028"/>
              <a:gd name="connsiteY4" fmla="*/ 0 h 13716001"/>
              <a:gd name="connsiteX0" fmla="*/ 0 w 14067725"/>
              <a:gd name="connsiteY0" fmla="*/ 0 h 13716001"/>
              <a:gd name="connsiteX1" fmla="*/ 11146971 w 14067725"/>
              <a:gd name="connsiteY1" fmla="*/ 0 h 13716001"/>
              <a:gd name="connsiteX2" fmla="*/ 11146971 w 14067725"/>
              <a:gd name="connsiteY2" fmla="*/ 13716001 h 13716001"/>
              <a:gd name="connsiteX3" fmla="*/ 0 w 14067725"/>
              <a:gd name="connsiteY3" fmla="*/ 13716001 h 13716001"/>
              <a:gd name="connsiteX4" fmla="*/ 0 w 14067725"/>
              <a:gd name="connsiteY4" fmla="*/ 0 h 13716001"/>
              <a:gd name="connsiteX0" fmla="*/ 0 w 14092890"/>
              <a:gd name="connsiteY0" fmla="*/ 0 h 13716001"/>
              <a:gd name="connsiteX1" fmla="*/ 11146971 w 14092890"/>
              <a:gd name="connsiteY1" fmla="*/ 0 h 13716001"/>
              <a:gd name="connsiteX2" fmla="*/ 11146971 w 14092890"/>
              <a:gd name="connsiteY2" fmla="*/ 13716001 h 13716001"/>
              <a:gd name="connsiteX3" fmla="*/ 0 w 14092890"/>
              <a:gd name="connsiteY3" fmla="*/ 13716001 h 13716001"/>
              <a:gd name="connsiteX4" fmla="*/ 0 w 14092890"/>
              <a:gd name="connsiteY4" fmla="*/ 0 h 13716001"/>
              <a:gd name="connsiteX0" fmla="*/ 0 w 14116678"/>
              <a:gd name="connsiteY0" fmla="*/ 0 h 13716001"/>
              <a:gd name="connsiteX1" fmla="*/ 11146971 w 14116678"/>
              <a:gd name="connsiteY1" fmla="*/ 0 h 13716001"/>
              <a:gd name="connsiteX2" fmla="*/ 11146971 w 14116678"/>
              <a:gd name="connsiteY2" fmla="*/ 13716001 h 13716001"/>
              <a:gd name="connsiteX3" fmla="*/ 0 w 14116678"/>
              <a:gd name="connsiteY3" fmla="*/ 13716001 h 13716001"/>
              <a:gd name="connsiteX4" fmla="*/ 0 w 14116678"/>
              <a:gd name="connsiteY4" fmla="*/ 0 h 1371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16678" h="13716001">
                <a:moveTo>
                  <a:pt x="0" y="0"/>
                </a:moveTo>
                <a:lnTo>
                  <a:pt x="11146971" y="0"/>
                </a:lnTo>
                <a:cubicBezTo>
                  <a:pt x="15308944" y="4245428"/>
                  <a:pt x="14898914" y="9608459"/>
                  <a:pt x="11146971" y="13716001"/>
                </a:cubicBezTo>
                <a:lnTo>
                  <a:pt x="0" y="1371600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Pie 12">
            <a:extLst>
              <a:ext uri="{FF2B5EF4-FFF2-40B4-BE49-F238E27FC236}">
                <a16:creationId xmlns:a16="http://schemas.microsoft.com/office/drawing/2014/main" id="{36D4322D-88FA-844C-BF25-F377A57369C7}"/>
              </a:ext>
            </a:extLst>
          </p:cNvPr>
          <p:cNvSpPr/>
          <p:nvPr/>
        </p:nvSpPr>
        <p:spPr>
          <a:xfrm>
            <a:off x="9131486" y="3791018"/>
            <a:ext cx="3058925" cy="3059720"/>
          </a:xfrm>
          <a:prstGeom prst="pieWedge">
            <a:avLst/>
          </a:prstGeom>
          <a:solidFill>
            <a:schemeClr val="tx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399602-2F7D-9C4E-94CF-FE496E034EB2}"/>
              </a:ext>
            </a:extLst>
          </p:cNvPr>
          <p:cNvGrpSpPr/>
          <p:nvPr/>
        </p:nvGrpSpPr>
        <p:grpSpPr>
          <a:xfrm>
            <a:off x="489099" y="1586268"/>
            <a:ext cx="5114208" cy="3211389"/>
            <a:chOff x="2379890" y="4450512"/>
            <a:chExt cx="8581945" cy="642277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9231C6-1B64-E24B-BA7E-F3E411C8C208}"/>
                </a:ext>
              </a:extLst>
            </p:cNvPr>
            <p:cNvGrpSpPr/>
            <p:nvPr/>
          </p:nvGrpSpPr>
          <p:grpSpPr>
            <a:xfrm>
              <a:off x="2379890" y="4450512"/>
              <a:ext cx="8581945" cy="3139320"/>
              <a:chOff x="2419430" y="2151726"/>
              <a:chExt cx="8581945" cy="313932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9527F5-C41D-D542-AF85-0963C509B8C4}"/>
                  </a:ext>
                </a:extLst>
              </p:cNvPr>
              <p:cNvSpPr txBox="1"/>
              <p:nvPr/>
            </p:nvSpPr>
            <p:spPr>
              <a:xfrm>
                <a:off x="2419430" y="2151726"/>
                <a:ext cx="8581945" cy="3139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FFFFFF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Enterprise Risk Assessment Framework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6DEFC7-99EE-154D-B843-E14B99BA4EEC}"/>
                  </a:ext>
                </a:extLst>
              </p:cNvPr>
              <p:cNvSpPr txBox="1"/>
              <p:nvPr/>
            </p:nvSpPr>
            <p:spPr>
              <a:xfrm>
                <a:off x="2419430" y="4212856"/>
                <a:ext cx="8581945" cy="924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217">
                  <a:lnSpc>
                    <a:spcPct val="15000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Aligned with ISO 31000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729A99-008C-6E4B-8BE9-A88359D2FB4C}"/>
                </a:ext>
              </a:extLst>
            </p:cNvPr>
            <p:cNvSpPr txBox="1"/>
            <p:nvPr/>
          </p:nvSpPr>
          <p:spPr>
            <a:xfrm>
              <a:off x="2379890" y="9395962"/>
              <a:ext cx="454921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en-US" sz="1400" spc="150" dirty="0">
                  <a:solidFill>
                    <a:srgbClr val="FFFFFF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Sachin Verma</a:t>
              </a:r>
              <a:br>
                <a:rPr lang="en-US" sz="1400" spc="150" dirty="0">
                  <a:solidFill>
                    <a:srgbClr val="FFFFFF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</a:br>
              <a:endParaRPr lang="en-US" sz="1400" spc="150" dirty="0">
                <a:solidFill>
                  <a:srgbClr val="FFFFFF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endParaRPr>
            </a:p>
            <a:p>
              <a:pPr defTabSz="914217"/>
              <a:r>
                <a:rPr lang="en-US" sz="1400" spc="150" dirty="0">
                  <a:solidFill>
                    <a:srgbClr val="FFFFFF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MSc in Business Analytics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905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3DECD18-8B2F-C745-A7AE-44255A46A5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7420" y="-189186"/>
            <a:ext cx="12546840" cy="7236372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6EEB12-1B8B-2D44-980F-81DE68183C81}"/>
              </a:ext>
            </a:extLst>
          </p:cNvPr>
          <p:cNvSpPr/>
          <p:nvPr/>
        </p:nvSpPr>
        <p:spPr>
          <a:xfrm rot="10800000" flipV="1">
            <a:off x="1587" y="-7263"/>
            <a:ext cx="12188825" cy="6858000"/>
          </a:xfrm>
          <a:prstGeom prst="rect">
            <a:avLst/>
          </a:prstGeom>
          <a:gradFill>
            <a:gsLst>
              <a:gs pos="100000">
                <a:schemeClr val="accent2">
                  <a:alpha val="80000"/>
                </a:schemeClr>
              </a:gs>
              <a:gs pos="33000">
                <a:schemeClr val="accent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Pie 9">
            <a:extLst>
              <a:ext uri="{FF2B5EF4-FFF2-40B4-BE49-F238E27FC236}">
                <a16:creationId xmlns:a16="http://schemas.microsoft.com/office/drawing/2014/main" id="{3A715357-3932-E14C-85EB-5FED880CB7BB}"/>
              </a:ext>
            </a:extLst>
          </p:cNvPr>
          <p:cNvSpPr/>
          <p:nvPr/>
        </p:nvSpPr>
        <p:spPr>
          <a:xfrm rot="5400000">
            <a:off x="1985" y="3791415"/>
            <a:ext cx="3058925" cy="3059720"/>
          </a:xfrm>
          <a:prstGeom prst="pieWedge">
            <a:avLst/>
          </a:prstGeom>
          <a:solidFill>
            <a:schemeClr val="tx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AA1793-91F4-E14B-B2E6-3066898D8088}"/>
              </a:ext>
            </a:extLst>
          </p:cNvPr>
          <p:cNvGrpSpPr/>
          <p:nvPr/>
        </p:nvGrpSpPr>
        <p:grpSpPr>
          <a:xfrm>
            <a:off x="1022347" y="1348099"/>
            <a:ext cx="10607750" cy="3770969"/>
            <a:chOff x="-273922" y="3690609"/>
            <a:chExt cx="13156300" cy="754193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BAB834-84FA-3A4B-9D99-444FCB5FA429}"/>
                </a:ext>
              </a:extLst>
            </p:cNvPr>
            <p:cNvSpPr txBox="1"/>
            <p:nvPr/>
          </p:nvSpPr>
          <p:spPr>
            <a:xfrm>
              <a:off x="234846" y="3690609"/>
              <a:ext cx="11225586" cy="17235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5000" dirty="0">
                  <a:solidFill>
                    <a:srgbClr val="FFFFFF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Objective &amp; Scope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44B383-15EE-F242-BA74-0FE8DF209DB0}"/>
                </a:ext>
              </a:extLst>
            </p:cNvPr>
            <p:cNvSpPr txBox="1"/>
            <p:nvPr/>
          </p:nvSpPr>
          <p:spPr>
            <a:xfrm>
              <a:off x="-273922" y="5321824"/>
              <a:ext cx="13156300" cy="591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>
                <a:lnSpc>
                  <a:spcPct val="150000"/>
                </a:lnSpc>
              </a:pPr>
              <a:r>
                <a:rPr lang="en-US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Overview of the purpose, organizational context, and framework alignment</a:t>
              </a:r>
            </a:p>
            <a:p>
              <a:pPr algn="ctr" defTabSz="914217">
                <a:lnSpc>
                  <a:spcPct val="150000"/>
                </a:lnSpc>
              </a:pPr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285750" indent="-285750" defTabSz="914217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Establish a structured approach to identifying, assessing, and managing enterprise risks</a:t>
              </a:r>
            </a:p>
            <a:p>
              <a:pPr marL="285750" indent="-285750" defTabSz="914217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Assess risks across operational, financial, technology, compliance, and third party domains within the organization</a:t>
              </a:r>
            </a:p>
            <a:p>
              <a:pPr marL="285750" indent="-285750" defTabSz="914217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Apply ISO 31000 principles to ensure consistent, transparent, and effective risk management practices</a:t>
              </a:r>
            </a:p>
          </p:txBody>
        </p:sp>
      </p:grpSp>
      <p:sp>
        <p:nvSpPr>
          <p:cNvPr id="11" name="Pie 10">
            <a:extLst>
              <a:ext uri="{FF2B5EF4-FFF2-40B4-BE49-F238E27FC236}">
                <a16:creationId xmlns:a16="http://schemas.microsoft.com/office/drawing/2014/main" id="{955BBE8D-A2CA-1740-BC43-EC0017460430}"/>
              </a:ext>
            </a:extLst>
          </p:cNvPr>
          <p:cNvSpPr/>
          <p:nvPr/>
        </p:nvSpPr>
        <p:spPr>
          <a:xfrm rot="16200000">
            <a:off x="9131090" y="-7661"/>
            <a:ext cx="3058925" cy="3059720"/>
          </a:xfrm>
          <a:prstGeom prst="pieWedge">
            <a:avLst/>
          </a:prstGeom>
          <a:solidFill>
            <a:schemeClr val="tx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16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609DF7-6AC9-474D-8817-D843E24F0D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46BBD1FF-0E1C-A94A-98F6-794C09483AEE}"/>
              </a:ext>
            </a:extLst>
          </p:cNvPr>
          <p:cNvSpPr/>
          <p:nvPr/>
        </p:nvSpPr>
        <p:spPr>
          <a:xfrm>
            <a:off x="-9844" y="-8408"/>
            <a:ext cx="6807849" cy="6873672"/>
          </a:xfrm>
          <a:custGeom>
            <a:avLst/>
            <a:gdLst>
              <a:gd name="connsiteX0" fmla="*/ 0 w 11146971"/>
              <a:gd name="connsiteY0" fmla="*/ 0 h 13716001"/>
              <a:gd name="connsiteX1" fmla="*/ 11146971 w 11146971"/>
              <a:gd name="connsiteY1" fmla="*/ 0 h 13716001"/>
              <a:gd name="connsiteX2" fmla="*/ 11146971 w 11146971"/>
              <a:gd name="connsiteY2" fmla="*/ 13716001 h 13716001"/>
              <a:gd name="connsiteX3" fmla="*/ 0 w 11146971"/>
              <a:gd name="connsiteY3" fmla="*/ 13716001 h 13716001"/>
              <a:gd name="connsiteX4" fmla="*/ 0 w 11146971"/>
              <a:gd name="connsiteY4" fmla="*/ 0 h 13716001"/>
              <a:gd name="connsiteX0" fmla="*/ 0 w 11150600"/>
              <a:gd name="connsiteY0" fmla="*/ 0 h 13716001"/>
              <a:gd name="connsiteX1" fmla="*/ 11146971 w 11150600"/>
              <a:gd name="connsiteY1" fmla="*/ 0 h 13716001"/>
              <a:gd name="connsiteX2" fmla="*/ 11150600 w 11150600"/>
              <a:gd name="connsiteY2" fmla="*/ 1244601 h 13716001"/>
              <a:gd name="connsiteX3" fmla="*/ 11146971 w 11150600"/>
              <a:gd name="connsiteY3" fmla="*/ 13716001 h 13716001"/>
              <a:gd name="connsiteX4" fmla="*/ 0 w 11150600"/>
              <a:gd name="connsiteY4" fmla="*/ 13716001 h 13716001"/>
              <a:gd name="connsiteX5" fmla="*/ 0 w 11150600"/>
              <a:gd name="connsiteY5" fmla="*/ 0 h 13716001"/>
              <a:gd name="connsiteX0" fmla="*/ 0 w 13385800"/>
              <a:gd name="connsiteY0" fmla="*/ 0 h 13716001"/>
              <a:gd name="connsiteX1" fmla="*/ 11146971 w 13385800"/>
              <a:gd name="connsiteY1" fmla="*/ 0 h 13716001"/>
              <a:gd name="connsiteX2" fmla="*/ 13385800 w 13385800"/>
              <a:gd name="connsiteY2" fmla="*/ 6908801 h 13716001"/>
              <a:gd name="connsiteX3" fmla="*/ 11146971 w 13385800"/>
              <a:gd name="connsiteY3" fmla="*/ 13716001 h 13716001"/>
              <a:gd name="connsiteX4" fmla="*/ 0 w 13385800"/>
              <a:gd name="connsiteY4" fmla="*/ 13716001 h 13716001"/>
              <a:gd name="connsiteX5" fmla="*/ 0 w 13385800"/>
              <a:gd name="connsiteY5" fmla="*/ 0 h 13716001"/>
              <a:gd name="connsiteX0" fmla="*/ 0 w 13654142"/>
              <a:gd name="connsiteY0" fmla="*/ 0 h 13716001"/>
              <a:gd name="connsiteX1" fmla="*/ 11146971 w 13654142"/>
              <a:gd name="connsiteY1" fmla="*/ 0 h 13716001"/>
              <a:gd name="connsiteX2" fmla="*/ 13385800 w 13654142"/>
              <a:gd name="connsiteY2" fmla="*/ 6908801 h 13716001"/>
              <a:gd name="connsiteX3" fmla="*/ 11146971 w 13654142"/>
              <a:gd name="connsiteY3" fmla="*/ 13716001 h 13716001"/>
              <a:gd name="connsiteX4" fmla="*/ 0 w 13654142"/>
              <a:gd name="connsiteY4" fmla="*/ 13716001 h 13716001"/>
              <a:gd name="connsiteX5" fmla="*/ 0 w 13654142"/>
              <a:gd name="connsiteY5" fmla="*/ 0 h 13716001"/>
              <a:gd name="connsiteX0" fmla="*/ 0 w 13873999"/>
              <a:gd name="connsiteY0" fmla="*/ 0 h 13716001"/>
              <a:gd name="connsiteX1" fmla="*/ 11146971 w 13873999"/>
              <a:gd name="connsiteY1" fmla="*/ 0 h 13716001"/>
              <a:gd name="connsiteX2" fmla="*/ 13385800 w 13873999"/>
              <a:gd name="connsiteY2" fmla="*/ 6908801 h 13716001"/>
              <a:gd name="connsiteX3" fmla="*/ 11146971 w 13873999"/>
              <a:gd name="connsiteY3" fmla="*/ 13716001 h 13716001"/>
              <a:gd name="connsiteX4" fmla="*/ 0 w 13873999"/>
              <a:gd name="connsiteY4" fmla="*/ 13716001 h 13716001"/>
              <a:gd name="connsiteX5" fmla="*/ 0 w 13873999"/>
              <a:gd name="connsiteY5" fmla="*/ 0 h 13716001"/>
              <a:gd name="connsiteX0" fmla="*/ 0 w 13649394"/>
              <a:gd name="connsiteY0" fmla="*/ 0 h 13716001"/>
              <a:gd name="connsiteX1" fmla="*/ 11146971 w 13649394"/>
              <a:gd name="connsiteY1" fmla="*/ 0 h 13716001"/>
              <a:gd name="connsiteX2" fmla="*/ 13106400 w 13649394"/>
              <a:gd name="connsiteY2" fmla="*/ 2997201 h 13716001"/>
              <a:gd name="connsiteX3" fmla="*/ 11146971 w 13649394"/>
              <a:gd name="connsiteY3" fmla="*/ 13716001 h 13716001"/>
              <a:gd name="connsiteX4" fmla="*/ 0 w 13649394"/>
              <a:gd name="connsiteY4" fmla="*/ 13716001 h 13716001"/>
              <a:gd name="connsiteX5" fmla="*/ 0 w 13649394"/>
              <a:gd name="connsiteY5" fmla="*/ 0 h 13716001"/>
              <a:gd name="connsiteX0" fmla="*/ 0 w 13750288"/>
              <a:gd name="connsiteY0" fmla="*/ 0 h 13716001"/>
              <a:gd name="connsiteX1" fmla="*/ 11146971 w 13750288"/>
              <a:gd name="connsiteY1" fmla="*/ 0 h 13716001"/>
              <a:gd name="connsiteX2" fmla="*/ 13233400 w 13750288"/>
              <a:gd name="connsiteY2" fmla="*/ 4140201 h 13716001"/>
              <a:gd name="connsiteX3" fmla="*/ 11146971 w 13750288"/>
              <a:gd name="connsiteY3" fmla="*/ 13716001 h 13716001"/>
              <a:gd name="connsiteX4" fmla="*/ 0 w 13750288"/>
              <a:gd name="connsiteY4" fmla="*/ 13716001 h 13716001"/>
              <a:gd name="connsiteX5" fmla="*/ 0 w 13750288"/>
              <a:gd name="connsiteY5" fmla="*/ 0 h 13716001"/>
              <a:gd name="connsiteX0" fmla="*/ 0 w 13750288"/>
              <a:gd name="connsiteY0" fmla="*/ 0 h 13716001"/>
              <a:gd name="connsiteX1" fmla="*/ 11146971 w 13750288"/>
              <a:gd name="connsiteY1" fmla="*/ 0 h 13716001"/>
              <a:gd name="connsiteX2" fmla="*/ 13233400 w 13750288"/>
              <a:gd name="connsiteY2" fmla="*/ 4140201 h 13716001"/>
              <a:gd name="connsiteX3" fmla="*/ 11146971 w 13750288"/>
              <a:gd name="connsiteY3" fmla="*/ 13716001 h 13716001"/>
              <a:gd name="connsiteX4" fmla="*/ 0 w 13750288"/>
              <a:gd name="connsiteY4" fmla="*/ 13716001 h 13716001"/>
              <a:gd name="connsiteX5" fmla="*/ 0 w 13750288"/>
              <a:gd name="connsiteY5" fmla="*/ 0 h 13716001"/>
              <a:gd name="connsiteX0" fmla="*/ 0 w 12540342"/>
              <a:gd name="connsiteY0" fmla="*/ 0 h 13716001"/>
              <a:gd name="connsiteX1" fmla="*/ 11146971 w 12540342"/>
              <a:gd name="connsiteY1" fmla="*/ 0 h 13716001"/>
              <a:gd name="connsiteX2" fmla="*/ 11146971 w 12540342"/>
              <a:gd name="connsiteY2" fmla="*/ 13716001 h 13716001"/>
              <a:gd name="connsiteX3" fmla="*/ 0 w 12540342"/>
              <a:gd name="connsiteY3" fmla="*/ 13716001 h 13716001"/>
              <a:gd name="connsiteX4" fmla="*/ 0 w 12540342"/>
              <a:gd name="connsiteY4" fmla="*/ 0 h 13716001"/>
              <a:gd name="connsiteX0" fmla="*/ 0 w 13109353"/>
              <a:gd name="connsiteY0" fmla="*/ 0 h 13716001"/>
              <a:gd name="connsiteX1" fmla="*/ 11146971 w 13109353"/>
              <a:gd name="connsiteY1" fmla="*/ 0 h 13716001"/>
              <a:gd name="connsiteX2" fmla="*/ 11146971 w 13109353"/>
              <a:gd name="connsiteY2" fmla="*/ 13716001 h 13716001"/>
              <a:gd name="connsiteX3" fmla="*/ 0 w 13109353"/>
              <a:gd name="connsiteY3" fmla="*/ 13716001 h 13716001"/>
              <a:gd name="connsiteX4" fmla="*/ 0 w 13109353"/>
              <a:gd name="connsiteY4" fmla="*/ 0 h 13716001"/>
              <a:gd name="connsiteX0" fmla="*/ 0 w 13304207"/>
              <a:gd name="connsiteY0" fmla="*/ 0 h 13716001"/>
              <a:gd name="connsiteX1" fmla="*/ 11146971 w 13304207"/>
              <a:gd name="connsiteY1" fmla="*/ 0 h 13716001"/>
              <a:gd name="connsiteX2" fmla="*/ 11146971 w 13304207"/>
              <a:gd name="connsiteY2" fmla="*/ 13716001 h 13716001"/>
              <a:gd name="connsiteX3" fmla="*/ 0 w 13304207"/>
              <a:gd name="connsiteY3" fmla="*/ 13716001 h 13716001"/>
              <a:gd name="connsiteX4" fmla="*/ 0 w 13304207"/>
              <a:gd name="connsiteY4" fmla="*/ 0 h 13716001"/>
              <a:gd name="connsiteX0" fmla="*/ 0 w 13243524"/>
              <a:gd name="connsiteY0" fmla="*/ 0 h 13716001"/>
              <a:gd name="connsiteX1" fmla="*/ 11146971 w 13243524"/>
              <a:gd name="connsiteY1" fmla="*/ 0 h 13716001"/>
              <a:gd name="connsiteX2" fmla="*/ 11146971 w 13243524"/>
              <a:gd name="connsiteY2" fmla="*/ 13716001 h 13716001"/>
              <a:gd name="connsiteX3" fmla="*/ 0 w 13243524"/>
              <a:gd name="connsiteY3" fmla="*/ 13716001 h 13716001"/>
              <a:gd name="connsiteX4" fmla="*/ 0 w 13243524"/>
              <a:gd name="connsiteY4" fmla="*/ 0 h 13716001"/>
              <a:gd name="connsiteX0" fmla="*/ 0 w 13253599"/>
              <a:gd name="connsiteY0" fmla="*/ 0 h 13716001"/>
              <a:gd name="connsiteX1" fmla="*/ 11146971 w 13253599"/>
              <a:gd name="connsiteY1" fmla="*/ 0 h 13716001"/>
              <a:gd name="connsiteX2" fmla="*/ 11146971 w 13253599"/>
              <a:gd name="connsiteY2" fmla="*/ 13716001 h 13716001"/>
              <a:gd name="connsiteX3" fmla="*/ 0 w 13253599"/>
              <a:gd name="connsiteY3" fmla="*/ 13716001 h 13716001"/>
              <a:gd name="connsiteX4" fmla="*/ 0 w 13253599"/>
              <a:gd name="connsiteY4" fmla="*/ 0 h 13716001"/>
              <a:gd name="connsiteX0" fmla="*/ 0 w 13233464"/>
              <a:gd name="connsiteY0" fmla="*/ 0 h 13716001"/>
              <a:gd name="connsiteX1" fmla="*/ 11146971 w 13233464"/>
              <a:gd name="connsiteY1" fmla="*/ 0 h 13716001"/>
              <a:gd name="connsiteX2" fmla="*/ 11146971 w 13233464"/>
              <a:gd name="connsiteY2" fmla="*/ 13716001 h 13716001"/>
              <a:gd name="connsiteX3" fmla="*/ 0 w 13233464"/>
              <a:gd name="connsiteY3" fmla="*/ 13716001 h 13716001"/>
              <a:gd name="connsiteX4" fmla="*/ 0 w 13233464"/>
              <a:gd name="connsiteY4" fmla="*/ 0 h 13716001"/>
              <a:gd name="connsiteX0" fmla="*/ 0 w 13224546"/>
              <a:gd name="connsiteY0" fmla="*/ 0 h 13716001"/>
              <a:gd name="connsiteX1" fmla="*/ 11146971 w 13224546"/>
              <a:gd name="connsiteY1" fmla="*/ 0 h 13716001"/>
              <a:gd name="connsiteX2" fmla="*/ 11146971 w 13224546"/>
              <a:gd name="connsiteY2" fmla="*/ 13716001 h 13716001"/>
              <a:gd name="connsiteX3" fmla="*/ 0 w 13224546"/>
              <a:gd name="connsiteY3" fmla="*/ 13716001 h 13716001"/>
              <a:gd name="connsiteX4" fmla="*/ 0 w 13224546"/>
              <a:gd name="connsiteY4" fmla="*/ 0 h 13716001"/>
              <a:gd name="connsiteX0" fmla="*/ 0 w 13929089"/>
              <a:gd name="connsiteY0" fmla="*/ 0 h 13716001"/>
              <a:gd name="connsiteX1" fmla="*/ 11146971 w 13929089"/>
              <a:gd name="connsiteY1" fmla="*/ 0 h 13716001"/>
              <a:gd name="connsiteX2" fmla="*/ 11146971 w 13929089"/>
              <a:gd name="connsiteY2" fmla="*/ 13716001 h 13716001"/>
              <a:gd name="connsiteX3" fmla="*/ 0 w 13929089"/>
              <a:gd name="connsiteY3" fmla="*/ 13716001 h 13716001"/>
              <a:gd name="connsiteX4" fmla="*/ 0 w 13929089"/>
              <a:gd name="connsiteY4" fmla="*/ 0 h 13716001"/>
              <a:gd name="connsiteX0" fmla="*/ 0 w 14135028"/>
              <a:gd name="connsiteY0" fmla="*/ 0 h 13716001"/>
              <a:gd name="connsiteX1" fmla="*/ 11146971 w 14135028"/>
              <a:gd name="connsiteY1" fmla="*/ 0 h 13716001"/>
              <a:gd name="connsiteX2" fmla="*/ 11146971 w 14135028"/>
              <a:gd name="connsiteY2" fmla="*/ 13716001 h 13716001"/>
              <a:gd name="connsiteX3" fmla="*/ 0 w 14135028"/>
              <a:gd name="connsiteY3" fmla="*/ 13716001 h 13716001"/>
              <a:gd name="connsiteX4" fmla="*/ 0 w 14135028"/>
              <a:gd name="connsiteY4" fmla="*/ 0 h 13716001"/>
              <a:gd name="connsiteX0" fmla="*/ 0 w 14067725"/>
              <a:gd name="connsiteY0" fmla="*/ 0 h 13716001"/>
              <a:gd name="connsiteX1" fmla="*/ 11146971 w 14067725"/>
              <a:gd name="connsiteY1" fmla="*/ 0 h 13716001"/>
              <a:gd name="connsiteX2" fmla="*/ 11146971 w 14067725"/>
              <a:gd name="connsiteY2" fmla="*/ 13716001 h 13716001"/>
              <a:gd name="connsiteX3" fmla="*/ 0 w 14067725"/>
              <a:gd name="connsiteY3" fmla="*/ 13716001 h 13716001"/>
              <a:gd name="connsiteX4" fmla="*/ 0 w 14067725"/>
              <a:gd name="connsiteY4" fmla="*/ 0 h 13716001"/>
              <a:gd name="connsiteX0" fmla="*/ 0 w 14092890"/>
              <a:gd name="connsiteY0" fmla="*/ 0 h 13716001"/>
              <a:gd name="connsiteX1" fmla="*/ 11146971 w 14092890"/>
              <a:gd name="connsiteY1" fmla="*/ 0 h 13716001"/>
              <a:gd name="connsiteX2" fmla="*/ 11146971 w 14092890"/>
              <a:gd name="connsiteY2" fmla="*/ 13716001 h 13716001"/>
              <a:gd name="connsiteX3" fmla="*/ 0 w 14092890"/>
              <a:gd name="connsiteY3" fmla="*/ 13716001 h 13716001"/>
              <a:gd name="connsiteX4" fmla="*/ 0 w 14092890"/>
              <a:gd name="connsiteY4" fmla="*/ 0 h 13716001"/>
              <a:gd name="connsiteX0" fmla="*/ 0 w 14116678"/>
              <a:gd name="connsiteY0" fmla="*/ 0 h 13716001"/>
              <a:gd name="connsiteX1" fmla="*/ 11146971 w 14116678"/>
              <a:gd name="connsiteY1" fmla="*/ 0 h 13716001"/>
              <a:gd name="connsiteX2" fmla="*/ 11146971 w 14116678"/>
              <a:gd name="connsiteY2" fmla="*/ 13716001 h 13716001"/>
              <a:gd name="connsiteX3" fmla="*/ 0 w 14116678"/>
              <a:gd name="connsiteY3" fmla="*/ 13716001 h 13716001"/>
              <a:gd name="connsiteX4" fmla="*/ 0 w 14116678"/>
              <a:gd name="connsiteY4" fmla="*/ 0 h 13716001"/>
              <a:gd name="connsiteX0" fmla="*/ 0 w 16136517"/>
              <a:gd name="connsiteY0" fmla="*/ 26066 h 13716001"/>
              <a:gd name="connsiteX1" fmla="*/ 13166810 w 16136517"/>
              <a:gd name="connsiteY1" fmla="*/ 0 h 13716001"/>
              <a:gd name="connsiteX2" fmla="*/ 13166810 w 16136517"/>
              <a:gd name="connsiteY2" fmla="*/ 13716001 h 13716001"/>
              <a:gd name="connsiteX3" fmla="*/ 2019839 w 16136517"/>
              <a:gd name="connsiteY3" fmla="*/ 13716001 h 13716001"/>
              <a:gd name="connsiteX4" fmla="*/ 0 w 16136517"/>
              <a:gd name="connsiteY4" fmla="*/ 26066 h 13716001"/>
              <a:gd name="connsiteX0" fmla="*/ 0 w 16136517"/>
              <a:gd name="connsiteY0" fmla="*/ 26066 h 13716001"/>
              <a:gd name="connsiteX1" fmla="*/ 13166810 w 16136517"/>
              <a:gd name="connsiteY1" fmla="*/ 0 h 13716001"/>
              <a:gd name="connsiteX2" fmla="*/ 13166810 w 16136517"/>
              <a:gd name="connsiteY2" fmla="*/ 13716001 h 13716001"/>
              <a:gd name="connsiteX3" fmla="*/ 1 w 16136517"/>
              <a:gd name="connsiteY3" fmla="*/ 13689935 h 13716001"/>
              <a:gd name="connsiteX4" fmla="*/ 0 w 16136517"/>
              <a:gd name="connsiteY4" fmla="*/ 26066 h 13716001"/>
              <a:gd name="connsiteX0" fmla="*/ 0 w 16136517"/>
              <a:gd name="connsiteY0" fmla="*/ 9775 h 13716001"/>
              <a:gd name="connsiteX1" fmla="*/ 13166810 w 16136517"/>
              <a:gd name="connsiteY1" fmla="*/ 0 h 13716001"/>
              <a:gd name="connsiteX2" fmla="*/ 13166810 w 16136517"/>
              <a:gd name="connsiteY2" fmla="*/ 13716001 h 13716001"/>
              <a:gd name="connsiteX3" fmla="*/ 1 w 16136517"/>
              <a:gd name="connsiteY3" fmla="*/ 13689935 h 13716001"/>
              <a:gd name="connsiteX4" fmla="*/ 0 w 16136517"/>
              <a:gd name="connsiteY4" fmla="*/ 9775 h 13716001"/>
              <a:gd name="connsiteX0" fmla="*/ 1456614 w 16136516"/>
              <a:gd name="connsiteY0" fmla="*/ 824342 h 13716001"/>
              <a:gd name="connsiteX1" fmla="*/ 13166809 w 16136516"/>
              <a:gd name="connsiteY1" fmla="*/ 0 h 13716001"/>
              <a:gd name="connsiteX2" fmla="*/ 13166809 w 16136516"/>
              <a:gd name="connsiteY2" fmla="*/ 13716001 h 13716001"/>
              <a:gd name="connsiteX3" fmla="*/ 0 w 16136516"/>
              <a:gd name="connsiteY3" fmla="*/ 13689935 h 13716001"/>
              <a:gd name="connsiteX4" fmla="*/ 1456614 w 16136516"/>
              <a:gd name="connsiteY4" fmla="*/ 824342 h 13716001"/>
              <a:gd name="connsiteX0" fmla="*/ 0 w 16194780"/>
              <a:gd name="connsiteY0" fmla="*/ 9776 h 13716001"/>
              <a:gd name="connsiteX1" fmla="*/ 13225073 w 16194780"/>
              <a:gd name="connsiteY1" fmla="*/ 0 h 13716001"/>
              <a:gd name="connsiteX2" fmla="*/ 13225073 w 16194780"/>
              <a:gd name="connsiteY2" fmla="*/ 13716001 h 13716001"/>
              <a:gd name="connsiteX3" fmla="*/ 58264 w 16194780"/>
              <a:gd name="connsiteY3" fmla="*/ 13689935 h 13716001"/>
              <a:gd name="connsiteX4" fmla="*/ 0 w 16194780"/>
              <a:gd name="connsiteY4" fmla="*/ 9776 h 1371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94780" h="13716001">
                <a:moveTo>
                  <a:pt x="0" y="9776"/>
                </a:moveTo>
                <a:lnTo>
                  <a:pt x="13225073" y="0"/>
                </a:lnTo>
                <a:cubicBezTo>
                  <a:pt x="17387046" y="4245428"/>
                  <a:pt x="16977016" y="9608459"/>
                  <a:pt x="13225073" y="13716001"/>
                </a:cubicBezTo>
                <a:lnTo>
                  <a:pt x="58264" y="13689935"/>
                </a:lnTo>
                <a:cubicBezTo>
                  <a:pt x="58264" y="9135312"/>
                  <a:pt x="0" y="4564399"/>
                  <a:pt x="0" y="9776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80000"/>
                </a:schemeClr>
              </a:gs>
              <a:gs pos="24000">
                <a:schemeClr val="accent1">
                  <a:alpha val="8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5B6D232-084D-5E41-A1A9-913E01745C55}"/>
              </a:ext>
            </a:extLst>
          </p:cNvPr>
          <p:cNvSpPr/>
          <p:nvPr/>
        </p:nvSpPr>
        <p:spPr>
          <a:xfrm>
            <a:off x="1282810" y="1105838"/>
            <a:ext cx="806002" cy="8060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9E758E4-A8DA-744A-A756-BDEEAD052918}"/>
              </a:ext>
            </a:extLst>
          </p:cNvPr>
          <p:cNvGrpSpPr/>
          <p:nvPr/>
        </p:nvGrpSpPr>
        <p:grpSpPr>
          <a:xfrm>
            <a:off x="1488927" y="1311955"/>
            <a:ext cx="393768" cy="393767"/>
            <a:chOff x="5123329" y="2255652"/>
            <a:chExt cx="1078109" cy="1078108"/>
          </a:xfrm>
          <a:solidFill>
            <a:schemeClr val="bg1"/>
          </a:solidFill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CCE4157B-4395-7746-B9D6-710C93A15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7988" y="2446566"/>
              <a:ext cx="688792" cy="688792"/>
            </a:xfrm>
            <a:custGeom>
              <a:avLst/>
              <a:gdLst>
                <a:gd name="T0" fmla="*/ 206484 w 812"/>
                <a:gd name="T1" fmla="*/ 78781 h 812"/>
                <a:gd name="T2" fmla="*/ 197132 w 812"/>
                <a:gd name="T3" fmla="*/ 47125 h 812"/>
                <a:gd name="T4" fmla="*/ 191736 w 812"/>
                <a:gd name="T5" fmla="*/ 35613 h 812"/>
                <a:gd name="T6" fmla="*/ 244616 w 812"/>
                <a:gd name="T7" fmla="*/ 78781 h 812"/>
                <a:gd name="T8" fmla="*/ 191736 w 812"/>
                <a:gd name="T9" fmla="*/ 255767 h 812"/>
                <a:gd name="T10" fmla="*/ 197132 w 812"/>
                <a:gd name="T11" fmla="*/ 244616 h 812"/>
                <a:gd name="T12" fmla="*/ 244975 w 812"/>
                <a:gd name="T13" fmla="*/ 212240 h 812"/>
                <a:gd name="T14" fmla="*/ 191736 w 812"/>
                <a:gd name="T15" fmla="*/ 255767 h 812"/>
                <a:gd name="T16" fmla="*/ 84896 w 812"/>
                <a:gd name="T17" fmla="*/ 212240 h 812"/>
                <a:gd name="T18" fmla="*/ 94968 w 812"/>
                <a:gd name="T19" fmla="*/ 244616 h 812"/>
                <a:gd name="T20" fmla="*/ 100005 w 812"/>
                <a:gd name="T21" fmla="*/ 255767 h 812"/>
                <a:gd name="T22" fmla="*/ 46405 w 812"/>
                <a:gd name="T23" fmla="*/ 212240 h 812"/>
                <a:gd name="T24" fmla="*/ 100005 w 812"/>
                <a:gd name="T25" fmla="*/ 35613 h 812"/>
                <a:gd name="T26" fmla="*/ 94968 w 812"/>
                <a:gd name="T27" fmla="*/ 47125 h 812"/>
                <a:gd name="T28" fmla="*/ 47484 w 812"/>
                <a:gd name="T29" fmla="*/ 78781 h 812"/>
                <a:gd name="T30" fmla="*/ 100005 w 812"/>
                <a:gd name="T31" fmla="*/ 35613 h 812"/>
                <a:gd name="T32" fmla="*/ 26620 w 812"/>
                <a:gd name="T33" fmla="*/ 146050 h 812"/>
                <a:gd name="T34" fmla="*/ 79860 w 812"/>
                <a:gd name="T35" fmla="*/ 105401 h 812"/>
                <a:gd name="T36" fmla="*/ 77701 w 812"/>
                <a:gd name="T37" fmla="*/ 146050 h 812"/>
                <a:gd name="T38" fmla="*/ 79860 w 812"/>
                <a:gd name="T39" fmla="*/ 185260 h 812"/>
                <a:gd name="T40" fmla="*/ 33095 w 812"/>
                <a:gd name="T41" fmla="*/ 185260 h 812"/>
                <a:gd name="T42" fmla="*/ 100005 w 812"/>
                <a:gd name="T43" fmla="*/ 35613 h 812"/>
                <a:gd name="T44" fmla="*/ 146050 w 812"/>
                <a:gd name="T45" fmla="*/ 264761 h 812"/>
                <a:gd name="T46" fmla="*/ 179505 w 812"/>
                <a:gd name="T47" fmla="*/ 212240 h 812"/>
                <a:gd name="T48" fmla="*/ 146050 w 812"/>
                <a:gd name="T49" fmla="*/ 264761 h 812"/>
                <a:gd name="T50" fmla="*/ 187059 w 812"/>
                <a:gd name="T51" fmla="*/ 146050 h 812"/>
                <a:gd name="T52" fmla="*/ 107199 w 812"/>
                <a:gd name="T53" fmla="*/ 185260 h 812"/>
                <a:gd name="T54" fmla="*/ 104321 w 812"/>
                <a:gd name="T55" fmla="*/ 146050 h 812"/>
                <a:gd name="T56" fmla="*/ 107199 w 812"/>
                <a:gd name="T57" fmla="*/ 105401 h 812"/>
                <a:gd name="T58" fmla="*/ 184181 w 812"/>
                <a:gd name="T59" fmla="*/ 105401 h 812"/>
                <a:gd name="T60" fmla="*/ 265120 w 812"/>
                <a:gd name="T61" fmla="*/ 146050 h 812"/>
                <a:gd name="T62" fmla="*/ 258285 w 812"/>
                <a:gd name="T63" fmla="*/ 185260 h 812"/>
                <a:gd name="T64" fmla="*/ 211521 w 812"/>
                <a:gd name="T65" fmla="*/ 185260 h 812"/>
                <a:gd name="T66" fmla="*/ 214039 w 812"/>
                <a:gd name="T67" fmla="*/ 146050 h 812"/>
                <a:gd name="T68" fmla="*/ 257926 w 812"/>
                <a:gd name="T69" fmla="*/ 105401 h 812"/>
                <a:gd name="T70" fmla="*/ 265120 w 812"/>
                <a:gd name="T71" fmla="*/ 146050 h 812"/>
                <a:gd name="T72" fmla="*/ 112595 w 812"/>
                <a:gd name="T73" fmla="*/ 78781 h 812"/>
                <a:gd name="T74" fmla="*/ 146050 w 812"/>
                <a:gd name="T75" fmla="*/ 26620 h 812"/>
                <a:gd name="T76" fmla="*/ 179505 w 812"/>
                <a:gd name="T77" fmla="*/ 78781 h 812"/>
                <a:gd name="T78" fmla="*/ 12950 w 812"/>
                <a:gd name="T79" fmla="*/ 85616 h 812"/>
                <a:gd name="T80" fmla="*/ 12231 w 812"/>
                <a:gd name="T81" fmla="*/ 87414 h 812"/>
                <a:gd name="T82" fmla="*/ 0 w 812"/>
                <a:gd name="T83" fmla="*/ 146050 h 812"/>
                <a:gd name="T84" fmla="*/ 146050 w 812"/>
                <a:gd name="T85" fmla="*/ 291740 h 812"/>
                <a:gd name="T86" fmla="*/ 291740 w 812"/>
                <a:gd name="T87" fmla="*/ 146050 h 812"/>
                <a:gd name="T88" fmla="*/ 279509 w 812"/>
                <a:gd name="T89" fmla="*/ 87414 h 812"/>
                <a:gd name="T90" fmla="*/ 278430 w 812"/>
                <a:gd name="T91" fmla="*/ 85616 h 812"/>
                <a:gd name="T92" fmla="*/ 146050 w 812"/>
                <a:gd name="T93" fmla="*/ 0 h 81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12" h="812">
                  <a:moveTo>
                    <a:pt x="680" y="219"/>
                  </a:moveTo>
                  <a:lnTo>
                    <a:pt x="574" y="219"/>
                  </a:lnTo>
                  <a:cubicBezTo>
                    <a:pt x="567" y="187"/>
                    <a:pt x="558" y="157"/>
                    <a:pt x="548" y="131"/>
                  </a:cubicBezTo>
                  <a:cubicBezTo>
                    <a:pt x="542" y="120"/>
                    <a:pt x="537" y="110"/>
                    <a:pt x="533" y="99"/>
                  </a:cubicBezTo>
                  <a:cubicBezTo>
                    <a:pt x="592" y="124"/>
                    <a:pt x="643" y="166"/>
                    <a:pt x="680" y="219"/>
                  </a:cubicBezTo>
                  <a:close/>
                  <a:moveTo>
                    <a:pt x="533" y="711"/>
                  </a:moveTo>
                  <a:lnTo>
                    <a:pt x="533" y="711"/>
                  </a:lnTo>
                  <a:cubicBezTo>
                    <a:pt x="537" y="702"/>
                    <a:pt x="542" y="692"/>
                    <a:pt x="548" y="680"/>
                  </a:cubicBezTo>
                  <a:cubicBezTo>
                    <a:pt x="558" y="653"/>
                    <a:pt x="569" y="622"/>
                    <a:pt x="576" y="590"/>
                  </a:cubicBezTo>
                  <a:lnTo>
                    <a:pt x="681" y="590"/>
                  </a:lnTo>
                  <a:cubicBezTo>
                    <a:pt x="646" y="643"/>
                    <a:pt x="594" y="685"/>
                    <a:pt x="533" y="711"/>
                  </a:cubicBezTo>
                  <a:close/>
                  <a:moveTo>
                    <a:pt x="129" y="590"/>
                  </a:moveTo>
                  <a:lnTo>
                    <a:pt x="236" y="590"/>
                  </a:lnTo>
                  <a:cubicBezTo>
                    <a:pt x="243" y="622"/>
                    <a:pt x="252" y="653"/>
                    <a:pt x="264" y="680"/>
                  </a:cubicBezTo>
                  <a:cubicBezTo>
                    <a:pt x="268" y="692"/>
                    <a:pt x="273" y="702"/>
                    <a:pt x="278" y="711"/>
                  </a:cubicBezTo>
                  <a:cubicBezTo>
                    <a:pt x="217" y="685"/>
                    <a:pt x="166" y="643"/>
                    <a:pt x="129" y="590"/>
                  </a:cubicBezTo>
                  <a:close/>
                  <a:moveTo>
                    <a:pt x="278" y="99"/>
                  </a:moveTo>
                  <a:lnTo>
                    <a:pt x="278" y="99"/>
                  </a:lnTo>
                  <a:cubicBezTo>
                    <a:pt x="273" y="110"/>
                    <a:pt x="268" y="120"/>
                    <a:pt x="264" y="131"/>
                  </a:cubicBezTo>
                  <a:cubicBezTo>
                    <a:pt x="252" y="157"/>
                    <a:pt x="243" y="187"/>
                    <a:pt x="236" y="219"/>
                  </a:cubicBezTo>
                  <a:lnTo>
                    <a:pt x="132" y="219"/>
                  </a:lnTo>
                  <a:cubicBezTo>
                    <a:pt x="167" y="166"/>
                    <a:pt x="217" y="124"/>
                    <a:pt x="278" y="99"/>
                  </a:cubicBezTo>
                  <a:lnTo>
                    <a:pt x="74" y="406"/>
                  </a:lnTo>
                  <a:cubicBezTo>
                    <a:pt x="74" y="366"/>
                    <a:pt x="82" y="329"/>
                    <a:pt x="93" y="293"/>
                  </a:cubicBezTo>
                  <a:lnTo>
                    <a:pt x="222" y="293"/>
                  </a:lnTo>
                  <a:cubicBezTo>
                    <a:pt x="217" y="329"/>
                    <a:pt x="216" y="367"/>
                    <a:pt x="216" y="406"/>
                  </a:cubicBezTo>
                  <a:cubicBezTo>
                    <a:pt x="216" y="443"/>
                    <a:pt x="217" y="480"/>
                    <a:pt x="222" y="515"/>
                  </a:cubicBezTo>
                  <a:lnTo>
                    <a:pt x="92" y="515"/>
                  </a:lnTo>
                  <a:cubicBezTo>
                    <a:pt x="80" y="480"/>
                    <a:pt x="74" y="444"/>
                    <a:pt x="74" y="406"/>
                  </a:cubicBezTo>
                  <a:lnTo>
                    <a:pt x="278" y="99"/>
                  </a:lnTo>
                  <a:close/>
                  <a:moveTo>
                    <a:pt x="406" y="736"/>
                  </a:moveTo>
                  <a:lnTo>
                    <a:pt x="406" y="736"/>
                  </a:lnTo>
                  <a:cubicBezTo>
                    <a:pt x="375" y="736"/>
                    <a:pt x="336" y="683"/>
                    <a:pt x="311" y="590"/>
                  </a:cubicBezTo>
                  <a:lnTo>
                    <a:pt x="499" y="590"/>
                  </a:lnTo>
                  <a:cubicBezTo>
                    <a:pt x="476" y="683"/>
                    <a:pt x="435" y="736"/>
                    <a:pt x="406" y="736"/>
                  </a:cubicBezTo>
                  <a:close/>
                  <a:moveTo>
                    <a:pt x="520" y="406"/>
                  </a:moveTo>
                  <a:lnTo>
                    <a:pt x="520" y="406"/>
                  </a:lnTo>
                  <a:cubicBezTo>
                    <a:pt x="520" y="444"/>
                    <a:pt x="518" y="481"/>
                    <a:pt x="514" y="515"/>
                  </a:cubicBezTo>
                  <a:lnTo>
                    <a:pt x="298" y="515"/>
                  </a:lnTo>
                  <a:cubicBezTo>
                    <a:pt x="293" y="481"/>
                    <a:pt x="290" y="444"/>
                    <a:pt x="290" y="406"/>
                  </a:cubicBezTo>
                  <a:cubicBezTo>
                    <a:pt x="290" y="364"/>
                    <a:pt x="293" y="327"/>
                    <a:pt x="298" y="293"/>
                  </a:cubicBezTo>
                  <a:lnTo>
                    <a:pt x="512" y="293"/>
                  </a:lnTo>
                  <a:cubicBezTo>
                    <a:pt x="518" y="327"/>
                    <a:pt x="520" y="364"/>
                    <a:pt x="520" y="406"/>
                  </a:cubicBezTo>
                  <a:close/>
                  <a:moveTo>
                    <a:pt x="737" y="406"/>
                  </a:moveTo>
                  <a:lnTo>
                    <a:pt x="737" y="406"/>
                  </a:lnTo>
                  <a:cubicBezTo>
                    <a:pt x="737" y="444"/>
                    <a:pt x="730" y="480"/>
                    <a:pt x="718" y="515"/>
                  </a:cubicBezTo>
                  <a:lnTo>
                    <a:pt x="588" y="515"/>
                  </a:lnTo>
                  <a:cubicBezTo>
                    <a:pt x="592" y="480"/>
                    <a:pt x="595" y="443"/>
                    <a:pt x="595" y="406"/>
                  </a:cubicBezTo>
                  <a:cubicBezTo>
                    <a:pt x="595" y="367"/>
                    <a:pt x="592" y="329"/>
                    <a:pt x="588" y="293"/>
                  </a:cubicBezTo>
                  <a:lnTo>
                    <a:pt x="717" y="293"/>
                  </a:lnTo>
                  <a:cubicBezTo>
                    <a:pt x="730" y="329"/>
                    <a:pt x="737" y="366"/>
                    <a:pt x="737" y="406"/>
                  </a:cubicBezTo>
                  <a:close/>
                  <a:moveTo>
                    <a:pt x="499" y="219"/>
                  </a:moveTo>
                  <a:lnTo>
                    <a:pt x="313" y="219"/>
                  </a:lnTo>
                  <a:cubicBezTo>
                    <a:pt x="336" y="127"/>
                    <a:pt x="375" y="74"/>
                    <a:pt x="406" y="74"/>
                  </a:cubicBezTo>
                  <a:cubicBezTo>
                    <a:pt x="435" y="74"/>
                    <a:pt x="474" y="127"/>
                    <a:pt x="499" y="219"/>
                  </a:cubicBezTo>
                  <a:close/>
                  <a:moveTo>
                    <a:pt x="36" y="238"/>
                  </a:moveTo>
                  <a:lnTo>
                    <a:pt x="36" y="238"/>
                  </a:lnTo>
                  <a:cubicBezTo>
                    <a:pt x="34" y="240"/>
                    <a:pt x="34" y="241"/>
                    <a:pt x="34" y="243"/>
                  </a:cubicBezTo>
                  <a:cubicBezTo>
                    <a:pt x="12" y="293"/>
                    <a:pt x="0" y="348"/>
                    <a:pt x="0" y="406"/>
                  </a:cubicBezTo>
                  <a:cubicBezTo>
                    <a:pt x="0" y="629"/>
                    <a:pt x="182" y="811"/>
                    <a:pt x="406" y="811"/>
                  </a:cubicBezTo>
                  <a:cubicBezTo>
                    <a:pt x="630" y="811"/>
                    <a:pt x="811" y="629"/>
                    <a:pt x="811" y="406"/>
                  </a:cubicBezTo>
                  <a:cubicBezTo>
                    <a:pt x="811" y="348"/>
                    <a:pt x="800" y="293"/>
                    <a:pt x="777" y="243"/>
                  </a:cubicBezTo>
                  <a:cubicBezTo>
                    <a:pt x="776" y="241"/>
                    <a:pt x="776" y="240"/>
                    <a:pt x="774" y="238"/>
                  </a:cubicBezTo>
                  <a:cubicBezTo>
                    <a:pt x="711" y="98"/>
                    <a:pt x="570" y="0"/>
                    <a:pt x="406" y="0"/>
                  </a:cubicBezTo>
                  <a:cubicBezTo>
                    <a:pt x="241" y="0"/>
                    <a:pt x="99" y="98"/>
                    <a:pt x="36" y="23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4C14B90-A258-BA42-9E0E-347C20C6F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904" y="2364210"/>
              <a:ext cx="692534" cy="969550"/>
            </a:xfrm>
            <a:custGeom>
              <a:avLst/>
              <a:gdLst>
                <a:gd name="T0" fmla="*/ 204571 w 814"/>
                <a:gd name="T1" fmla="*/ 26666 h 1141"/>
                <a:gd name="T2" fmla="*/ 239207 w 814"/>
                <a:gd name="T3" fmla="*/ 26666 h 1141"/>
                <a:gd name="T4" fmla="*/ 239207 w 814"/>
                <a:gd name="T5" fmla="*/ 61620 h 1141"/>
                <a:gd name="T6" fmla="*/ 204571 w 814"/>
                <a:gd name="T7" fmla="*/ 61620 h 1141"/>
                <a:gd name="T8" fmla="*/ 204571 w 814"/>
                <a:gd name="T9" fmla="*/ 26666 h 1141"/>
                <a:gd name="T10" fmla="*/ 265545 w 814"/>
                <a:gd name="T11" fmla="*/ 73152 h 1141"/>
                <a:gd name="T12" fmla="*/ 265545 w 814"/>
                <a:gd name="T13" fmla="*/ 73152 h 1141"/>
                <a:gd name="T14" fmla="*/ 265906 w 814"/>
                <a:gd name="T15" fmla="*/ 67386 h 1141"/>
                <a:gd name="T16" fmla="*/ 265906 w 814"/>
                <a:gd name="T17" fmla="*/ 20900 h 1141"/>
                <a:gd name="T18" fmla="*/ 265906 w 814"/>
                <a:gd name="T19" fmla="*/ 20900 h 1141"/>
                <a:gd name="T20" fmla="*/ 245340 w 814"/>
                <a:gd name="T21" fmla="*/ 0 h 1141"/>
                <a:gd name="T22" fmla="*/ 198437 w 814"/>
                <a:gd name="T23" fmla="*/ 0 h 1141"/>
                <a:gd name="T24" fmla="*/ 198437 w 814"/>
                <a:gd name="T25" fmla="*/ 0 h 1141"/>
                <a:gd name="T26" fmla="*/ 177872 w 814"/>
                <a:gd name="T27" fmla="*/ 20900 h 1141"/>
                <a:gd name="T28" fmla="*/ 177872 w 814"/>
                <a:gd name="T29" fmla="*/ 67386 h 1141"/>
                <a:gd name="T30" fmla="*/ 177872 w 814"/>
                <a:gd name="T31" fmla="*/ 67386 h 1141"/>
                <a:gd name="T32" fmla="*/ 198437 w 814"/>
                <a:gd name="T33" fmla="*/ 88287 h 1141"/>
                <a:gd name="T34" fmla="*/ 242815 w 814"/>
                <a:gd name="T35" fmla="*/ 88287 h 1141"/>
                <a:gd name="T36" fmla="*/ 242815 w 814"/>
                <a:gd name="T37" fmla="*/ 88287 h 1141"/>
                <a:gd name="T38" fmla="*/ 266267 w 814"/>
                <a:gd name="T39" fmla="*/ 182699 h 1141"/>
                <a:gd name="T40" fmla="*/ 266267 w 814"/>
                <a:gd name="T41" fmla="*/ 182699 h 1141"/>
                <a:gd name="T42" fmla="*/ 207096 w 814"/>
                <a:gd name="T43" fmla="*/ 325399 h 1141"/>
                <a:gd name="T44" fmla="*/ 207096 w 814"/>
                <a:gd name="T45" fmla="*/ 325399 h 1141"/>
                <a:gd name="T46" fmla="*/ 64582 w 814"/>
                <a:gd name="T47" fmla="*/ 383776 h 1141"/>
                <a:gd name="T48" fmla="*/ 64582 w 814"/>
                <a:gd name="T49" fmla="*/ 383776 h 1141"/>
                <a:gd name="T50" fmla="*/ 17679 w 814"/>
                <a:gd name="T51" fmla="*/ 378371 h 1141"/>
                <a:gd name="T52" fmla="*/ 17679 w 814"/>
                <a:gd name="T53" fmla="*/ 378371 h 1141"/>
                <a:gd name="T54" fmla="*/ 1443 w 814"/>
                <a:gd name="T55" fmla="*/ 388461 h 1141"/>
                <a:gd name="T56" fmla="*/ 1443 w 814"/>
                <a:gd name="T57" fmla="*/ 388461 h 1141"/>
                <a:gd name="T58" fmla="*/ 10824 w 814"/>
                <a:gd name="T59" fmla="*/ 404677 h 1141"/>
                <a:gd name="T60" fmla="*/ 10824 w 814"/>
                <a:gd name="T61" fmla="*/ 404677 h 1141"/>
                <a:gd name="T62" fmla="*/ 64582 w 814"/>
                <a:gd name="T63" fmla="*/ 410803 h 1141"/>
                <a:gd name="T64" fmla="*/ 64582 w 814"/>
                <a:gd name="T65" fmla="*/ 410803 h 1141"/>
                <a:gd name="T66" fmla="*/ 225858 w 814"/>
                <a:gd name="T67" fmla="*/ 343777 h 1141"/>
                <a:gd name="T68" fmla="*/ 225858 w 814"/>
                <a:gd name="T69" fmla="*/ 343777 h 1141"/>
                <a:gd name="T70" fmla="*/ 293326 w 814"/>
                <a:gd name="T71" fmla="*/ 182699 h 1141"/>
                <a:gd name="T72" fmla="*/ 293326 w 814"/>
                <a:gd name="T73" fmla="*/ 182699 h 1141"/>
                <a:gd name="T74" fmla="*/ 265545 w 814"/>
                <a:gd name="T75" fmla="*/ 73152 h 114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14" h="1141">
                  <a:moveTo>
                    <a:pt x="567" y="74"/>
                  </a:moveTo>
                  <a:lnTo>
                    <a:pt x="663" y="74"/>
                  </a:lnTo>
                  <a:lnTo>
                    <a:pt x="663" y="171"/>
                  </a:lnTo>
                  <a:lnTo>
                    <a:pt x="567" y="171"/>
                  </a:lnTo>
                  <a:lnTo>
                    <a:pt x="567" y="74"/>
                  </a:lnTo>
                  <a:close/>
                  <a:moveTo>
                    <a:pt x="736" y="203"/>
                  </a:moveTo>
                  <a:lnTo>
                    <a:pt x="736" y="203"/>
                  </a:lnTo>
                  <a:cubicBezTo>
                    <a:pt x="736" y="197"/>
                    <a:pt x="737" y="193"/>
                    <a:pt x="737" y="187"/>
                  </a:cubicBezTo>
                  <a:lnTo>
                    <a:pt x="737" y="58"/>
                  </a:lnTo>
                  <a:cubicBezTo>
                    <a:pt x="737" y="27"/>
                    <a:pt x="710" y="0"/>
                    <a:pt x="680" y="0"/>
                  </a:cubicBezTo>
                  <a:lnTo>
                    <a:pt x="550" y="0"/>
                  </a:lnTo>
                  <a:cubicBezTo>
                    <a:pt x="519" y="0"/>
                    <a:pt x="493" y="27"/>
                    <a:pt x="493" y="58"/>
                  </a:cubicBezTo>
                  <a:lnTo>
                    <a:pt x="493" y="187"/>
                  </a:lnTo>
                  <a:cubicBezTo>
                    <a:pt x="493" y="220"/>
                    <a:pt x="519" y="245"/>
                    <a:pt x="550" y="245"/>
                  </a:cubicBezTo>
                  <a:lnTo>
                    <a:pt x="673" y="245"/>
                  </a:lnTo>
                  <a:cubicBezTo>
                    <a:pt x="716" y="325"/>
                    <a:pt x="738" y="415"/>
                    <a:pt x="738" y="507"/>
                  </a:cubicBezTo>
                  <a:cubicBezTo>
                    <a:pt x="738" y="656"/>
                    <a:pt x="680" y="795"/>
                    <a:pt x="574" y="903"/>
                  </a:cubicBezTo>
                  <a:cubicBezTo>
                    <a:pt x="469" y="1007"/>
                    <a:pt x="328" y="1065"/>
                    <a:pt x="179" y="1065"/>
                  </a:cubicBezTo>
                  <a:cubicBezTo>
                    <a:pt x="135" y="1065"/>
                    <a:pt x="91" y="1061"/>
                    <a:pt x="49" y="1050"/>
                  </a:cubicBezTo>
                  <a:cubicBezTo>
                    <a:pt x="29" y="1046"/>
                    <a:pt x="9" y="1058"/>
                    <a:pt x="4" y="1078"/>
                  </a:cubicBezTo>
                  <a:cubicBezTo>
                    <a:pt x="0" y="1098"/>
                    <a:pt x="11" y="1119"/>
                    <a:pt x="30" y="1123"/>
                  </a:cubicBezTo>
                  <a:cubicBezTo>
                    <a:pt x="79" y="1135"/>
                    <a:pt x="128" y="1140"/>
                    <a:pt x="179" y="1140"/>
                  </a:cubicBezTo>
                  <a:cubicBezTo>
                    <a:pt x="347" y="1140"/>
                    <a:pt x="507" y="1074"/>
                    <a:pt x="626" y="954"/>
                  </a:cubicBezTo>
                  <a:cubicBezTo>
                    <a:pt x="746" y="834"/>
                    <a:pt x="813" y="676"/>
                    <a:pt x="813" y="507"/>
                  </a:cubicBezTo>
                  <a:cubicBezTo>
                    <a:pt x="813" y="400"/>
                    <a:pt x="786" y="295"/>
                    <a:pt x="736" y="20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C1247C0-75B9-5A43-BD5C-AFE561F31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329" y="2255652"/>
              <a:ext cx="722484" cy="1006982"/>
            </a:xfrm>
            <a:custGeom>
              <a:avLst/>
              <a:gdLst>
                <a:gd name="T0" fmla="*/ 99972 w 852"/>
                <a:gd name="T1" fmla="*/ 399312 h 1186"/>
                <a:gd name="T2" fmla="*/ 66168 w 852"/>
                <a:gd name="T3" fmla="*/ 399312 h 1186"/>
                <a:gd name="T4" fmla="*/ 66168 w 852"/>
                <a:gd name="T5" fmla="*/ 365106 h 1186"/>
                <a:gd name="T6" fmla="*/ 99972 w 852"/>
                <a:gd name="T7" fmla="*/ 365106 h 1186"/>
                <a:gd name="T8" fmla="*/ 99972 w 852"/>
                <a:gd name="T9" fmla="*/ 399312 h 1186"/>
                <a:gd name="T10" fmla="*/ 106445 w 852"/>
                <a:gd name="T11" fmla="*/ 338821 h 1186"/>
                <a:gd name="T12" fmla="*/ 60055 w 852"/>
                <a:gd name="T13" fmla="*/ 338821 h 1186"/>
                <a:gd name="T14" fmla="*/ 60055 w 852"/>
                <a:gd name="T15" fmla="*/ 338821 h 1186"/>
                <a:gd name="T16" fmla="*/ 59695 w 852"/>
                <a:gd name="T17" fmla="*/ 338821 h 1186"/>
                <a:gd name="T18" fmla="*/ 59695 w 852"/>
                <a:gd name="T19" fmla="*/ 338821 h 1186"/>
                <a:gd name="T20" fmla="*/ 26611 w 852"/>
                <a:gd name="T21" fmla="*/ 228281 h 1186"/>
                <a:gd name="T22" fmla="*/ 26611 w 852"/>
                <a:gd name="T23" fmla="*/ 228281 h 1186"/>
                <a:gd name="T24" fmla="*/ 85587 w 852"/>
                <a:gd name="T25" fmla="*/ 85695 h 1186"/>
                <a:gd name="T26" fmla="*/ 85587 w 852"/>
                <a:gd name="T27" fmla="*/ 85695 h 1186"/>
                <a:gd name="T28" fmla="*/ 227993 w 852"/>
                <a:gd name="T29" fmla="*/ 26645 h 1186"/>
                <a:gd name="T30" fmla="*/ 227993 w 852"/>
                <a:gd name="T31" fmla="*/ 26645 h 1186"/>
                <a:gd name="T32" fmla="*/ 286969 w 852"/>
                <a:gd name="T33" fmla="*/ 35646 h 1186"/>
                <a:gd name="T34" fmla="*/ 286969 w 852"/>
                <a:gd name="T35" fmla="*/ 35646 h 1186"/>
                <a:gd name="T36" fmla="*/ 303511 w 852"/>
                <a:gd name="T37" fmla="*/ 26645 h 1186"/>
                <a:gd name="T38" fmla="*/ 303511 w 852"/>
                <a:gd name="T39" fmla="*/ 26645 h 1186"/>
                <a:gd name="T40" fmla="*/ 294880 w 852"/>
                <a:gd name="T41" fmla="*/ 10082 h 1186"/>
                <a:gd name="T42" fmla="*/ 294880 w 852"/>
                <a:gd name="T43" fmla="*/ 10082 h 1186"/>
                <a:gd name="T44" fmla="*/ 227993 w 852"/>
                <a:gd name="T45" fmla="*/ 0 h 1186"/>
                <a:gd name="T46" fmla="*/ 227993 w 852"/>
                <a:gd name="T47" fmla="*/ 0 h 1186"/>
                <a:gd name="T48" fmla="*/ 66528 w 852"/>
                <a:gd name="T49" fmla="*/ 66612 h 1186"/>
                <a:gd name="T50" fmla="*/ 66528 w 852"/>
                <a:gd name="T51" fmla="*/ 66612 h 1186"/>
                <a:gd name="T52" fmla="*/ 0 w 852"/>
                <a:gd name="T53" fmla="*/ 228281 h 1186"/>
                <a:gd name="T54" fmla="*/ 0 w 852"/>
                <a:gd name="T55" fmla="*/ 228281 h 1186"/>
                <a:gd name="T56" fmla="*/ 39557 w 852"/>
                <a:gd name="T57" fmla="*/ 356104 h 1186"/>
                <a:gd name="T58" fmla="*/ 39557 w 852"/>
                <a:gd name="T59" fmla="*/ 356104 h 1186"/>
                <a:gd name="T60" fmla="*/ 39557 w 852"/>
                <a:gd name="T61" fmla="*/ 359345 h 1186"/>
                <a:gd name="T62" fmla="*/ 39557 w 852"/>
                <a:gd name="T63" fmla="*/ 405793 h 1186"/>
                <a:gd name="T64" fmla="*/ 39557 w 852"/>
                <a:gd name="T65" fmla="*/ 405793 h 1186"/>
                <a:gd name="T66" fmla="*/ 60055 w 852"/>
                <a:gd name="T67" fmla="*/ 426677 h 1186"/>
                <a:gd name="T68" fmla="*/ 106445 w 852"/>
                <a:gd name="T69" fmla="*/ 426677 h 1186"/>
                <a:gd name="T70" fmla="*/ 106445 w 852"/>
                <a:gd name="T71" fmla="*/ 426677 h 1186"/>
                <a:gd name="T72" fmla="*/ 127302 w 852"/>
                <a:gd name="T73" fmla="*/ 405793 h 1186"/>
                <a:gd name="T74" fmla="*/ 127302 w 852"/>
                <a:gd name="T75" fmla="*/ 359345 h 1186"/>
                <a:gd name="T76" fmla="*/ 127302 w 852"/>
                <a:gd name="T77" fmla="*/ 359345 h 1186"/>
                <a:gd name="T78" fmla="*/ 106445 w 852"/>
                <a:gd name="T79" fmla="*/ 338821 h 118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52" h="1186">
                  <a:moveTo>
                    <a:pt x="278" y="1109"/>
                  </a:moveTo>
                  <a:lnTo>
                    <a:pt x="184" y="1109"/>
                  </a:lnTo>
                  <a:lnTo>
                    <a:pt x="184" y="1014"/>
                  </a:lnTo>
                  <a:lnTo>
                    <a:pt x="278" y="1014"/>
                  </a:lnTo>
                  <a:lnTo>
                    <a:pt x="278" y="1109"/>
                  </a:lnTo>
                  <a:close/>
                  <a:moveTo>
                    <a:pt x="296" y="941"/>
                  </a:moveTo>
                  <a:lnTo>
                    <a:pt x="167" y="941"/>
                  </a:lnTo>
                  <a:cubicBezTo>
                    <a:pt x="166" y="941"/>
                    <a:pt x="166" y="941"/>
                    <a:pt x="166" y="941"/>
                  </a:cubicBezTo>
                  <a:cubicBezTo>
                    <a:pt x="105" y="848"/>
                    <a:pt x="74" y="743"/>
                    <a:pt x="74" y="634"/>
                  </a:cubicBezTo>
                  <a:cubicBezTo>
                    <a:pt x="74" y="485"/>
                    <a:pt x="132" y="343"/>
                    <a:pt x="238" y="238"/>
                  </a:cubicBezTo>
                  <a:cubicBezTo>
                    <a:pt x="343" y="132"/>
                    <a:pt x="484" y="74"/>
                    <a:pt x="634" y="74"/>
                  </a:cubicBezTo>
                  <a:cubicBezTo>
                    <a:pt x="690" y="74"/>
                    <a:pt x="745" y="83"/>
                    <a:pt x="798" y="99"/>
                  </a:cubicBezTo>
                  <a:cubicBezTo>
                    <a:pt x="818" y="105"/>
                    <a:pt x="838" y="93"/>
                    <a:pt x="844" y="74"/>
                  </a:cubicBezTo>
                  <a:cubicBezTo>
                    <a:pt x="851" y="55"/>
                    <a:pt x="839" y="34"/>
                    <a:pt x="820" y="28"/>
                  </a:cubicBezTo>
                  <a:cubicBezTo>
                    <a:pt x="760" y="9"/>
                    <a:pt x="697" y="0"/>
                    <a:pt x="634" y="0"/>
                  </a:cubicBezTo>
                  <a:cubicBezTo>
                    <a:pt x="465" y="0"/>
                    <a:pt x="305" y="65"/>
                    <a:pt x="185" y="185"/>
                  </a:cubicBezTo>
                  <a:cubicBezTo>
                    <a:pt x="65" y="305"/>
                    <a:pt x="0" y="464"/>
                    <a:pt x="0" y="634"/>
                  </a:cubicBezTo>
                  <a:cubicBezTo>
                    <a:pt x="0" y="761"/>
                    <a:pt x="38" y="884"/>
                    <a:pt x="110" y="989"/>
                  </a:cubicBezTo>
                  <a:cubicBezTo>
                    <a:pt x="110" y="992"/>
                    <a:pt x="110" y="995"/>
                    <a:pt x="110" y="998"/>
                  </a:cubicBezTo>
                  <a:lnTo>
                    <a:pt x="110" y="1127"/>
                  </a:lnTo>
                  <a:cubicBezTo>
                    <a:pt x="110" y="1158"/>
                    <a:pt x="135" y="1185"/>
                    <a:pt x="167" y="1185"/>
                  </a:cubicBezTo>
                  <a:lnTo>
                    <a:pt x="296" y="1185"/>
                  </a:lnTo>
                  <a:cubicBezTo>
                    <a:pt x="327" y="1185"/>
                    <a:pt x="354" y="1158"/>
                    <a:pt x="354" y="1127"/>
                  </a:cubicBezTo>
                  <a:lnTo>
                    <a:pt x="354" y="998"/>
                  </a:lnTo>
                  <a:cubicBezTo>
                    <a:pt x="354" y="966"/>
                    <a:pt x="327" y="941"/>
                    <a:pt x="296" y="94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188C369C-0DD6-854F-8C7E-97785520F8EC}"/>
              </a:ext>
            </a:extLst>
          </p:cNvPr>
          <p:cNvSpPr txBox="1"/>
          <p:nvPr/>
        </p:nvSpPr>
        <p:spPr>
          <a:xfrm>
            <a:off x="2214715" y="1221607"/>
            <a:ext cx="4145143" cy="906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>
              <a:lnSpc>
                <a:spcPts val="2150"/>
              </a:lnSpc>
            </a:pPr>
            <a:r>
              <a:rPr lang="en-US" sz="14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Risks identified across strategic, operational, financial, technology, compliance, and third-party domains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A629106-0732-C04C-B8EA-1885626D88B4}"/>
              </a:ext>
            </a:extLst>
          </p:cNvPr>
          <p:cNvSpPr/>
          <p:nvPr/>
        </p:nvSpPr>
        <p:spPr>
          <a:xfrm>
            <a:off x="1280013" y="4945015"/>
            <a:ext cx="806002" cy="80600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11938A3-4057-A145-BACE-23F0914CE08E}"/>
              </a:ext>
            </a:extLst>
          </p:cNvPr>
          <p:cNvGrpSpPr/>
          <p:nvPr/>
        </p:nvGrpSpPr>
        <p:grpSpPr>
          <a:xfrm>
            <a:off x="1486130" y="5167689"/>
            <a:ext cx="393768" cy="367789"/>
            <a:chOff x="8657130" y="2323034"/>
            <a:chExt cx="1078109" cy="1006982"/>
          </a:xfrm>
          <a:solidFill>
            <a:schemeClr val="bg1"/>
          </a:solidFill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DDB6EB2-4F51-184B-8D52-EB8A0013F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7130" y="2323034"/>
              <a:ext cx="1078109" cy="1006982"/>
            </a:xfrm>
            <a:custGeom>
              <a:avLst/>
              <a:gdLst>
                <a:gd name="T0" fmla="*/ 228239 w 1268"/>
                <a:gd name="T1" fmla="*/ 347237 h 1188"/>
                <a:gd name="T2" fmla="*/ 228239 w 1268"/>
                <a:gd name="T3" fmla="*/ 347237 h 1188"/>
                <a:gd name="T4" fmla="*/ 198673 w 1268"/>
                <a:gd name="T5" fmla="*/ 345440 h 1188"/>
                <a:gd name="T6" fmla="*/ 198673 w 1268"/>
                <a:gd name="T7" fmla="*/ 345440 h 1188"/>
                <a:gd name="T8" fmla="*/ 183890 w 1268"/>
                <a:gd name="T9" fmla="*/ 350832 h 1188"/>
                <a:gd name="T10" fmla="*/ 183890 w 1268"/>
                <a:gd name="T11" fmla="*/ 350832 h 1188"/>
                <a:gd name="T12" fmla="*/ 119709 w 1268"/>
                <a:gd name="T13" fmla="*/ 389294 h 1188"/>
                <a:gd name="T14" fmla="*/ 119709 w 1268"/>
                <a:gd name="T15" fmla="*/ 389294 h 1188"/>
                <a:gd name="T16" fmla="*/ 72835 w 1268"/>
                <a:gd name="T17" fmla="*/ 398280 h 1188"/>
                <a:gd name="T18" fmla="*/ 72835 w 1268"/>
                <a:gd name="T19" fmla="*/ 398280 h 1188"/>
                <a:gd name="T20" fmla="*/ 90503 w 1268"/>
                <a:gd name="T21" fmla="*/ 380307 h 1188"/>
                <a:gd name="T22" fmla="*/ 90503 w 1268"/>
                <a:gd name="T23" fmla="*/ 380307 h 1188"/>
                <a:gd name="T24" fmla="*/ 107449 w 1268"/>
                <a:gd name="T25" fmla="*/ 333937 h 1188"/>
                <a:gd name="T26" fmla="*/ 107449 w 1268"/>
                <a:gd name="T27" fmla="*/ 333937 h 1188"/>
                <a:gd name="T28" fmla="*/ 106368 w 1268"/>
                <a:gd name="T29" fmla="*/ 322435 h 1188"/>
                <a:gd name="T30" fmla="*/ 106368 w 1268"/>
                <a:gd name="T31" fmla="*/ 322435 h 1188"/>
                <a:gd name="T32" fmla="*/ 98796 w 1268"/>
                <a:gd name="T33" fmla="*/ 309494 h 1188"/>
                <a:gd name="T34" fmla="*/ 98796 w 1268"/>
                <a:gd name="T35" fmla="*/ 309494 h 1188"/>
                <a:gd name="T36" fmla="*/ 26682 w 1268"/>
                <a:gd name="T37" fmla="*/ 186559 h 1188"/>
                <a:gd name="T38" fmla="*/ 26682 w 1268"/>
                <a:gd name="T39" fmla="*/ 186559 h 1188"/>
                <a:gd name="T40" fmla="*/ 228239 w 1268"/>
                <a:gd name="T41" fmla="*/ 26600 h 1188"/>
                <a:gd name="T42" fmla="*/ 228239 w 1268"/>
                <a:gd name="T43" fmla="*/ 26600 h 1188"/>
                <a:gd name="T44" fmla="*/ 429797 w 1268"/>
                <a:gd name="T45" fmla="*/ 186559 h 1188"/>
                <a:gd name="T46" fmla="*/ 429797 w 1268"/>
                <a:gd name="T47" fmla="*/ 186559 h 1188"/>
                <a:gd name="T48" fmla="*/ 228239 w 1268"/>
                <a:gd name="T49" fmla="*/ 347237 h 1188"/>
                <a:gd name="T50" fmla="*/ 388692 w 1268"/>
                <a:gd name="T51" fmla="*/ 53559 h 1188"/>
                <a:gd name="T52" fmla="*/ 388692 w 1268"/>
                <a:gd name="T53" fmla="*/ 53559 h 1188"/>
                <a:gd name="T54" fmla="*/ 228239 w 1268"/>
                <a:gd name="T55" fmla="*/ 0 h 1188"/>
                <a:gd name="T56" fmla="*/ 228239 w 1268"/>
                <a:gd name="T57" fmla="*/ 0 h 1188"/>
                <a:gd name="T58" fmla="*/ 67787 w 1268"/>
                <a:gd name="T59" fmla="*/ 53559 h 1188"/>
                <a:gd name="T60" fmla="*/ 67787 w 1268"/>
                <a:gd name="T61" fmla="*/ 53559 h 1188"/>
                <a:gd name="T62" fmla="*/ 0 w 1268"/>
                <a:gd name="T63" fmla="*/ 186559 h 1188"/>
                <a:gd name="T64" fmla="*/ 0 w 1268"/>
                <a:gd name="T65" fmla="*/ 186559 h 1188"/>
                <a:gd name="T66" fmla="*/ 80046 w 1268"/>
                <a:gd name="T67" fmla="*/ 329264 h 1188"/>
                <a:gd name="T68" fmla="*/ 80046 w 1268"/>
                <a:gd name="T69" fmla="*/ 329264 h 1188"/>
                <a:gd name="T70" fmla="*/ 80407 w 1268"/>
                <a:gd name="T71" fmla="*/ 333937 h 1188"/>
                <a:gd name="T72" fmla="*/ 80407 w 1268"/>
                <a:gd name="T73" fmla="*/ 333937 h 1188"/>
                <a:gd name="T74" fmla="*/ 38941 w 1268"/>
                <a:gd name="T75" fmla="*/ 388934 h 1188"/>
                <a:gd name="T76" fmla="*/ 38941 w 1268"/>
                <a:gd name="T77" fmla="*/ 388934 h 1188"/>
                <a:gd name="T78" fmla="*/ 28485 w 1268"/>
                <a:gd name="T79" fmla="*/ 406548 h 1188"/>
                <a:gd name="T80" fmla="*/ 28485 w 1268"/>
                <a:gd name="T81" fmla="*/ 406548 h 1188"/>
                <a:gd name="T82" fmla="*/ 34615 w 1268"/>
                <a:gd name="T83" fmla="*/ 421286 h 1188"/>
                <a:gd name="T84" fmla="*/ 34615 w 1268"/>
                <a:gd name="T85" fmla="*/ 421286 h 1188"/>
                <a:gd name="T86" fmla="*/ 48677 w 1268"/>
                <a:gd name="T87" fmla="*/ 426678 h 1188"/>
                <a:gd name="T88" fmla="*/ 48677 w 1268"/>
                <a:gd name="T89" fmla="*/ 426678 h 1188"/>
                <a:gd name="T90" fmla="*/ 49758 w 1268"/>
                <a:gd name="T91" fmla="*/ 426678 h 1188"/>
                <a:gd name="T92" fmla="*/ 49758 w 1268"/>
                <a:gd name="T93" fmla="*/ 426678 h 1188"/>
                <a:gd name="T94" fmla="*/ 199755 w 1268"/>
                <a:gd name="T95" fmla="*/ 372399 h 1188"/>
                <a:gd name="T96" fmla="*/ 199755 w 1268"/>
                <a:gd name="T97" fmla="*/ 372399 h 1188"/>
                <a:gd name="T98" fmla="*/ 228239 w 1268"/>
                <a:gd name="T99" fmla="*/ 374197 h 1188"/>
                <a:gd name="T100" fmla="*/ 228239 w 1268"/>
                <a:gd name="T101" fmla="*/ 374197 h 1188"/>
                <a:gd name="T102" fmla="*/ 388692 w 1268"/>
                <a:gd name="T103" fmla="*/ 320278 h 1188"/>
                <a:gd name="T104" fmla="*/ 388692 w 1268"/>
                <a:gd name="T105" fmla="*/ 320278 h 1188"/>
                <a:gd name="T106" fmla="*/ 456839 w 1268"/>
                <a:gd name="T107" fmla="*/ 186559 h 1188"/>
                <a:gd name="T108" fmla="*/ 456839 w 1268"/>
                <a:gd name="T109" fmla="*/ 186559 h 1188"/>
                <a:gd name="T110" fmla="*/ 388692 w 1268"/>
                <a:gd name="T111" fmla="*/ 53559 h 11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268" h="1188">
                  <a:moveTo>
                    <a:pt x="633" y="966"/>
                  </a:moveTo>
                  <a:lnTo>
                    <a:pt x="633" y="966"/>
                  </a:lnTo>
                  <a:cubicBezTo>
                    <a:pt x="606" y="966"/>
                    <a:pt x="577" y="965"/>
                    <a:pt x="551" y="961"/>
                  </a:cubicBezTo>
                  <a:cubicBezTo>
                    <a:pt x="535" y="959"/>
                    <a:pt x="522" y="965"/>
                    <a:pt x="510" y="976"/>
                  </a:cubicBezTo>
                  <a:cubicBezTo>
                    <a:pt x="458" y="1026"/>
                    <a:pt x="400" y="1062"/>
                    <a:pt x="332" y="1083"/>
                  </a:cubicBezTo>
                  <a:cubicBezTo>
                    <a:pt x="293" y="1095"/>
                    <a:pt x="251" y="1104"/>
                    <a:pt x="202" y="1108"/>
                  </a:cubicBezTo>
                  <a:cubicBezTo>
                    <a:pt x="221" y="1094"/>
                    <a:pt x="237" y="1076"/>
                    <a:pt x="251" y="1058"/>
                  </a:cubicBezTo>
                  <a:cubicBezTo>
                    <a:pt x="282" y="1018"/>
                    <a:pt x="298" y="974"/>
                    <a:pt x="298" y="929"/>
                  </a:cubicBezTo>
                  <a:cubicBezTo>
                    <a:pt x="298" y="917"/>
                    <a:pt x="296" y="907"/>
                    <a:pt x="295" y="897"/>
                  </a:cubicBezTo>
                  <a:cubicBezTo>
                    <a:pt x="293" y="882"/>
                    <a:pt x="286" y="870"/>
                    <a:pt x="274" y="861"/>
                  </a:cubicBezTo>
                  <a:cubicBezTo>
                    <a:pt x="146" y="777"/>
                    <a:pt x="74" y="651"/>
                    <a:pt x="74" y="519"/>
                  </a:cubicBezTo>
                  <a:cubicBezTo>
                    <a:pt x="74" y="273"/>
                    <a:pt x="324" y="74"/>
                    <a:pt x="633" y="74"/>
                  </a:cubicBezTo>
                  <a:cubicBezTo>
                    <a:pt x="942" y="74"/>
                    <a:pt x="1192" y="273"/>
                    <a:pt x="1192" y="519"/>
                  </a:cubicBezTo>
                  <a:cubicBezTo>
                    <a:pt x="1192" y="766"/>
                    <a:pt x="942" y="966"/>
                    <a:pt x="633" y="966"/>
                  </a:cubicBezTo>
                  <a:close/>
                  <a:moveTo>
                    <a:pt x="1078" y="149"/>
                  </a:moveTo>
                  <a:lnTo>
                    <a:pt x="1078" y="149"/>
                  </a:lnTo>
                  <a:cubicBezTo>
                    <a:pt x="958" y="53"/>
                    <a:pt x="801" y="0"/>
                    <a:pt x="633" y="0"/>
                  </a:cubicBezTo>
                  <a:cubicBezTo>
                    <a:pt x="465" y="0"/>
                    <a:pt x="307" y="53"/>
                    <a:pt x="188" y="149"/>
                  </a:cubicBezTo>
                  <a:cubicBezTo>
                    <a:pt x="67" y="248"/>
                    <a:pt x="0" y="380"/>
                    <a:pt x="0" y="519"/>
                  </a:cubicBezTo>
                  <a:cubicBezTo>
                    <a:pt x="0" y="673"/>
                    <a:pt x="80" y="817"/>
                    <a:pt x="222" y="916"/>
                  </a:cubicBezTo>
                  <a:cubicBezTo>
                    <a:pt x="223" y="920"/>
                    <a:pt x="223" y="925"/>
                    <a:pt x="223" y="929"/>
                  </a:cubicBezTo>
                  <a:cubicBezTo>
                    <a:pt x="223" y="974"/>
                    <a:pt x="193" y="1038"/>
                    <a:pt x="108" y="1082"/>
                  </a:cubicBezTo>
                  <a:cubicBezTo>
                    <a:pt x="91" y="1092"/>
                    <a:pt x="79" y="1110"/>
                    <a:pt x="79" y="1131"/>
                  </a:cubicBezTo>
                  <a:cubicBezTo>
                    <a:pt x="79" y="1147"/>
                    <a:pt x="85" y="1162"/>
                    <a:pt x="96" y="1172"/>
                  </a:cubicBezTo>
                  <a:cubicBezTo>
                    <a:pt x="107" y="1183"/>
                    <a:pt x="120" y="1187"/>
                    <a:pt x="135" y="1187"/>
                  </a:cubicBezTo>
                  <a:cubicBezTo>
                    <a:pt x="137" y="1187"/>
                    <a:pt x="137" y="1187"/>
                    <a:pt x="138" y="1187"/>
                  </a:cubicBezTo>
                  <a:cubicBezTo>
                    <a:pt x="268" y="1183"/>
                    <a:pt x="419" y="1160"/>
                    <a:pt x="554" y="1036"/>
                  </a:cubicBezTo>
                  <a:cubicBezTo>
                    <a:pt x="579" y="1039"/>
                    <a:pt x="606" y="1041"/>
                    <a:pt x="633" y="1041"/>
                  </a:cubicBezTo>
                  <a:cubicBezTo>
                    <a:pt x="801" y="1041"/>
                    <a:pt x="959" y="987"/>
                    <a:pt x="1078" y="891"/>
                  </a:cubicBezTo>
                  <a:cubicBezTo>
                    <a:pt x="1199" y="792"/>
                    <a:pt x="1267" y="660"/>
                    <a:pt x="1267" y="519"/>
                  </a:cubicBezTo>
                  <a:cubicBezTo>
                    <a:pt x="1267" y="380"/>
                    <a:pt x="1199" y="248"/>
                    <a:pt x="1078" y="14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714A8899-78C6-B949-A79E-DC804E2FC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7993" y="2629995"/>
              <a:ext cx="640126" cy="325677"/>
            </a:xfrm>
            <a:custGeom>
              <a:avLst/>
              <a:gdLst>
                <a:gd name="T0" fmla="*/ 228144 w 752"/>
                <a:gd name="T1" fmla="*/ 111067 h 383"/>
                <a:gd name="T2" fmla="*/ 244388 w 752"/>
                <a:gd name="T3" fmla="*/ 95200 h 383"/>
                <a:gd name="T4" fmla="*/ 109740 w 752"/>
                <a:gd name="T5" fmla="*/ 111067 h 383"/>
                <a:gd name="T6" fmla="*/ 93857 w 752"/>
                <a:gd name="T7" fmla="*/ 95200 h 383"/>
                <a:gd name="T8" fmla="*/ 109740 w 752"/>
                <a:gd name="T9" fmla="*/ 111067 h 383"/>
                <a:gd name="T10" fmla="*/ 42596 w 752"/>
                <a:gd name="T11" fmla="*/ 27406 h 383"/>
                <a:gd name="T12" fmla="*/ 26352 w 752"/>
                <a:gd name="T13" fmla="*/ 42912 h 383"/>
                <a:gd name="T14" fmla="*/ 162083 w 752"/>
                <a:gd name="T15" fmla="*/ 27406 h 383"/>
                <a:gd name="T16" fmla="*/ 177244 w 752"/>
                <a:gd name="T17" fmla="*/ 42912 h 383"/>
                <a:gd name="T18" fmla="*/ 162083 w 752"/>
                <a:gd name="T19" fmla="*/ 27406 h 383"/>
                <a:gd name="T20" fmla="*/ 225617 w 752"/>
                <a:gd name="T21" fmla="*/ 68515 h 383"/>
                <a:gd name="T22" fmla="*/ 221285 w 752"/>
                <a:gd name="T23" fmla="*/ 68515 h 383"/>
                <a:gd name="T24" fmla="*/ 203597 w 752"/>
                <a:gd name="T25" fmla="*/ 50845 h 383"/>
                <a:gd name="T26" fmla="*/ 204679 w 752"/>
                <a:gd name="T27" fmla="*/ 24882 h 383"/>
                <a:gd name="T28" fmla="*/ 180132 w 752"/>
                <a:gd name="T29" fmla="*/ 0 h 383"/>
                <a:gd name="T30" fmla="*/ 159195 w 752"/>
                <a:gd name="T31" fmla="*/ 0 h 383"/>
                <a:gd name="T32" fmla="*/ 135009 w 752"/>
                <a:gd name="T33" fmla="*/ 45436 h 383"/>
                <a:gd name="T34" fmla="*/ 135731 w 752"/>
                <a:gd name="T35" fmla="*/ 51206 h 383"/>
                <a:gd name="T36" fmla="*/ 118043 w 752"/>
                <a:gd name="T37" fmla="*/ 68876 h 383"/>
                <a:gd name="T38" fmla="*/ 91330 w 752"/>
                <a:gd name="T39" fmla="*/ 68515 h 383"/>
                <a:gd name="T40" fmla="*/ 86637 w 752"/>
                <a:gd name="T41" fmla="*/ 68876 h 383"/>
                <a:gd name="T42" fmla="*/ 68948 w 752"/>
                <a:gd name="T43" fmla="*/ 51206 h 383"/>
                <a:gd name="T44" fmla="*/ 69309 w 752"/>
                <a:gd name="T45" fmla="*/ 24882 h 383"/>
                <a:gd name="T46" fmla="*/ 44762 w 752"/>
                <a:gd name="T47" fmla="*/ 0 h 383"/>
                <a:gd name="T48" fmla="*/ 23825 w 752"/>
                <a:gd name="T49" fmla="*/ 0 h 383"/>
                <a:gd name="T50" fmla="*/ 0 w 752"/>
                <a:gd name="T51" fmla="*/ 45436 h 383"/>
                <a:gd name="T52" fmla="*/ 23825 w 752"/>
                <a:gd name="T53" fmla="*/ 69597 h 383"/>
                <a:gd name="T54" fmla="*/ 44762 w 752"/>
                <a:gd name="T55" fmla="*/ 69597 h 383"/>
                <a:gd name="T56" fmla="*/ 67866 w 752"/>
                <a:gd name="T57" fmla="*/ 87988 h 383"/>
                <a:gd name="T58" fmla="*/ 67144 w 752"/>
                <a:gd name="T59" fmla="*/ 92315 h 383"/>
                <a:gd name="T60" fmla="*/ 67144 w 752"/>
                <a:gd name="T61" fmla="*/ 113230 h 383"/>
                <a:gd name="T62" fmla="*/ 112267 w 752"/>
                <a:gd name="T63" fmla="*/ 137751 h 383"/>
                <a:gd name="T64" fmla="*/ 136814 w 752"/>
                <a:gd name="T65" fmla="*/ 113230 h 383"/>
                <a:gd name="T66" fmla="*/ 136814 w 752"/>
                <a:gd name="T67" fmla="*/ 92315 h 383"/>
                <a:gd name="T68" fmla="*/ 155585 w 752"/>
                <a:gd name="T69" fmla="*/ 69597 h 383"/>
                <a:gd name="T70" fmla="*/ 159195 w 752"/>
                <a:gd name="T71" fmla="*/ 69597 h 383"/>
                <a:gd name="T72" fmla="*/ 180132 w 752"/>
                <a:gd name="T73" fmla="*/ 69597 h 383"/>
                <a:gd name="T74" fmla="*/ 202153 w 752"/>
                <a:gd name="T75" fmla="*/ 87267 h 383"/>
                <a:gd name="T76" fmla="*/ 201431 w 752"/>
                <a:gd name="T77" fmla="*/ 92315 h 383"/>
                <a:gd name="T78" fmla="*/ 201431 w 752"/>
                <a:gd name="T79" fmla="*/ 113230 h 383"/>
                <a:gd name="T80" fmla="*/ 246193 w 752"/>
                <a:gd name="T81" fmla="*/ 137751 h 383"/>
                <a:gd name="T82" fmla="*/ 271101 w 752"/>
                <a:gd name="T83" fmla="*/ 113230 h 383"/>
                <a:gd name="T84" fmla="*/ 271101 w 752"/>
                <a:gd name="T85" fmla="*/ 92315 h 38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752" h="383">
                  <a:moveTo>
                    <a:pt x="677" y="308"/>
                  </a:moveTo>
                  <a:lnTo>
                    <a:pt x="632" y="308"/>
                  </a:lnTo>
                  <a:lnTo>
                    <a:pt x="632" y="264"/>
                  </a:lnTo>
                  <a:lnTo>
                    <a:pt x="677" y="264"/>
                  </a:lnTo>
                  <a:lnTo>
                    <a:pt x="677" y="308"/>
                  </a:lnTo>
                  <a:close/>
                  <a:moveTo>
                    <a:pt x="304" y="308"/>
                  </a:moveTo>
                  <a:lnTo>
                    <a:pt x="260" y="308"/>
                  </a:lnTo>
                  <a:lnTo>
                    <a:pt x="260" y="264"/>
                  </a:lnTo>
                  <a:lnTo>
                    <a:pt x="304" y="264"/>
                  </a:lnTo>
                  <a:lnTo>
                    <a:pt x="304" y="308"/>
                  </a:lnTo>
                  <a:close/>
                  <a:moveTo>
                    <a:pt x="73" y="76"/>
                  </a:moveTo>
                  <a:lnTo>
                    <a:pt x="118" y="76"/>
                  </a:lnTo>
                  <a:lnTo>
                    <a:pt x="118" y="119"/>
                  </a:lnTo>
                  <a:lnTo>
                    <a:pt x="73" y="119"/>
                  </a:lnTo>
                  <a:lnTo>
                    <a:pt x="73" y="76"/>
                  </a:lnTo>
                  <a:close/>
                  <a:moveTo>
                    <a:pt x="449" y="76"/>
                  </a:moveTo>
                  <a:lnTo>
                    <a:pt x="491" y="76"/>
                  </a:lnTo>
                  <a:lnTo>
                    <a:pt x="491" y="119"/>
                  </a:lnTo>
                  <a:lnTo>
                    <a:pt x="449" y="119"/>
                  </a:lnTo>
                  <a:lnTo>
                    <a:pt x="449" y="76"/>
                  </a:lnTo>
                  <a:close/>
                  <a:moveTo>
                    <a:pt x="682" y="190"/>
                  </a:moveTo>
                  <a:lnTo>
                    <a:pt x="625" y="190"/>
                  </a:lnTo>
                  <a:cubicBezTo>
                    <a:pt x="622" y="190"/>
                    <a:pt x="617" y="190"/>
                    <a:pt x="613" y="190"/>
                  </a:cubicBezTo>
                  <a:lnTo>
                    <a:pt x="564" y="141"/>
                  </a:lnTo>
                  <a:cubicBezTo>
                    <a:pt x="565" y="137"/>
                    <a:pt x="567" y="132"/>
                    <a:pt x="567" y="126"/>
                  </a:cubicBezTo>
                  <a:lnTo>
                    <a:pt x="567" y="69"/>
                  </a:lnTo>
                  <a:cubicBezTo>
                    <a:pt x="567" y="32"/>
                    <a:pt x="536" y="0"/>
                    <a:pt x="499" y="0"/>
                  </a:cubicBezTo>
                  <a:lnTo>
                    <a:pt x="441" y="0"/>
                  </a:lnTo>
                  <a:cubicBezTo>
                    <a:pt x="404" y="0"/>
                    <a:pt x="374" y="32"/>
                    <a:pt x="374" y="69"/>
                  </a:cubicBezTo>
                  <a:lnTo>
                    <a:pt x="374" y="126"/>
                  </a:lnTo>
                  <a:cubicBezTo>
                    <a:pt x="374" y="132"/>
                    <a:pt x="374" y="137"/>
                    <a:pt x="376" y="142"/>
                  </a:cubicBezTo>
                  <a:lnTo>
                    <a:pt x="327" y="191"/>
                  </a:lnTo>
                  <a:cubicBezTo>
                    <a:pt x="323" y="190"/>
                    <a:pt x="317" y="190"/>
                    <a:pt x="311" y="190"/>
                  </a:cubicBezTo>
                  <a:lnTo>
                    <a:pt x="253" y="190"/>
                  </a:lnTo>
                  <a:cubicBezTo>
                    <a:pt x="248" y="190"/>
                    <a:pt x="244" y="190"/>
                    <a:pt x="240" y="191"/>
                  </a:cubicBezTo>
                  <a:lnTo>
                    <a:pt x="191" y="142"/>
                  </a:lnTo>
                  <a:cubicBezTo>
                    <a:pt x="191" y="137"/>
                    <a:pt x="192" y="132"/>
                    <a:pt x="192" y="126"/>
                  </a:cubicBezTo>
                  <a:lnTo>
                    <a:pt x="192" y="69"/>
                  </a:lnTo>
                  <a:cubicBezTo>
                    <a:pt x="192" y="32"/>
                    <a:pt x="161" y="0"/>
                    <a:pt x="124" y="0"/>
                  </a:cubicBezTo>
                  <a:lnTo>
                    <a:pt x="66" y="0"/>
                  </a:lnTo>
                  <a:cubicBezTo>
                    <a:pt x="29" y="0"/>
                    <a:pt x="0" y="32"/>
                    <a:pt x="0" y="69"/>
                  </a:cubicBezTo>
                  <a:lnTo>
                    <a:pt x="0" y="126"/>
                  </a:lnTo>
                  <a:cubicBezTo>
                    <a:pt x="0" y="163"/>
                    <a:pt x="29" y="193"/>
                    <a:pt x="66" y="193"/>
                  </a:cubicBezTo>
                  <a:lnTo>
                    <a:pt x="124" y="193"/>
                  </a:lnTo>
                  <a:cubicBezTo>
                    <a:pt x="129" y="193"/>
                    <a:pt x="132" y="193"/>
                    <a:pt x="136" y="193"/>
                  </a:cubicBezTo>
                  <a:lnTo>
                    <a:pt x="188" y="244"/>
                  </a:lnTo>
                  <a:cubicBezTo>
                    <a:pt x="186" y="248"/>
                    <a:pt x="186" y="252"/>
                    <a:pt x="186" y="256"/>
                  </a:cubicBezTo>
                  <a:lnTo>
                    <a:pt x="186" y="314"/>
                  </a:lnTo>
                  <a:cubicBezTo>
                    <a:pt x="186" y="351"/>
                    <a:pt x="216" y="382"/>
                    <a:pt x="253" y="382"/>
                  </a:cubicBezTo>
                  <a:lnTo>
                    <a:pt x="311" y="382"/>
                  </a:lnTo>
                  <a:cubicBezTo>
                    <a:pt x="348" y="382"/>
                    <a:pt x="379" y="351"/>
                    <a:pt x="379" y="314"/>
                  </a:cubicBezTo>
                  <a:lnTo>
                    <a:pt x="379" y="256"/>
                  </a:lnTo>
                  <a:cubicBezTo>
                    <a:pt x="379" y="253"/>
                    <a:pt x="377" y="249"/>
                    <a:pt x="377" y="246"/>
                  </a:cubicBezTo>
                  <a:lnTo>
                    <a:pt x="431" y="193"/>
                  </a:lnTo>
                  <a:cubicBezTo>
                    <a:pt x="434" y="193"/>
                    <a:pt x="438" y="193"/>
                    <a:pt x="441" y="193"/>
                  </a:cubicBezTo>
                  <a:lnTo>
                    <a:pt x="499" y="193"/>
                  </a:lnTo>
                  <a:cubicBezTo>
                    <a:pt x="503" y="193"/>
                    <a:pt x="506" y="193"/>
                    <a:pt x="511" y="193"/>
                  </a:cubicBezTo>
                  <a:lnTo>
                    <a:pt x="560" y="242"/>
                  </a:lnTo>
                  <a:cubicBezTo>
                    <a:pt x="558" y="246"/>
                    <a:pt x="558" y="252"/>
                    <a:pt x="558" y="256"/>
                  </a:cubicBezTo>
                  <a:lnTo>
                    <a:pt x="558" y="314"/>
                  </a:lnTo>
                  <a:cubicBezTo>
                    <a:pt x="558" y="351"/>
                    <a:pt x="588" y="382"/>
                    <a:pt x="625" y="382"/>
                  </a:cubicBezTo>
                  <a:lnTo>
                    <a:pt x="682" y="382"/>
                  </a:lnTo>
                  <a:cubicBezTo>
                    <a:pt x="721" y="382"/>
                    <a:pt x="751" y="351"/>
                    <a:pt x="751" y="314"/>
                  </a:cubicBezTo>
                  <a:lnTo>
                    <a:pt x="751" y="256"/>
                  </a:lnTo>
                  <a:cubicBezTo>
                    <a:pt x="751" y="219"/>
                    <a:pt x="721" y="190"/>
                    <a:pt x="682" y="19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FA4BA5BE-7A01-004E-BA5A-25EB08478895}"/>
              </a:ext>
            </a:extLst>
          </p:cNvPr>
          <p:cNvSpPr txBox="1"/>
          <p:nvPr/>
        </p:nvSpPr>
        <p:spPr>
          <a:xfrm>
            <a:off x="2214715" y="5062152"/>
            <a:ext cx="4049449" cy="624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>
              <a:lnSpc>
                <a:spcPts val="2150"/>
              </a:lnSpc>
            </a:pPr>
            <a:r>
              <a:rPr lang="en-US" sz="14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Total of 28 key risks identified and documented within the risk register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05FA5AF-A6C3-D146-AC67-4863786280F9}"/>
              </a:ext>
            </a:extLst>
          </p:cNvPr>
          <p:cNvSpPr/>
          <p:nvPr/>
        </p:nvSpPr>
        <p:spPr>
          <a:xfrm>
            <a:off x="1282810" y="3025427"/>
            <a:ext cx="806002" cy="8060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B0868C7-5FF8-334C-BD0C-1AEB9B2E7EAE}"/>
              </a:ext>
            </a:extLst>
          </p:cNvPr>
          <p:cNvGrpSpPr/>
          <p:nvPr/>
        </p:nvGrpSpPr>
        <p:grpSpPr>
          <a:xfrm>
            <a:off x="1511666" y="3274602"/>
            <a:ext cx="348290" cy="350709"/>
            <a:chOff x="5231890" y="4370690"/>
            <a:chExt cx="1078109" cy="1085596"/>
          </a:xfrm>
          <a:solidFill>
            <a:schemeClr val="bg1"/>
          </a:solidFill>
        </p:grpSpPr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A58A4861-7FA5-5E4A-843E-44D63F0EE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890" y="4378177"/>
              <a:ext cx="1078109" cy="1078109"/>
            </a:xfrm>
            <a:custGeom>
              <a:avLst/>
              <a:gdLst>
                <a:gd name="T0" fmla="*/ 443509 w 1269"/>
                <a:gd name="T1" fmla="*/ 430157 h 1268"/>
                <a:gd name="T2" fmla="*/ 46477 w 1269"/>
                <a:gd name="T3" fmla="*/ 430157 h 1268"/>
                <a:gd name="T4" fmla="*/ 46477 w 1269"/>
                <a:gd name="T5" fmla="*/ 430157 h 1268"/>
                <a:gd name="T6" fmla="*/ 26661 w 1269"/>
                <a:gd name="T7" fmla="*/ 410326 h 1268"/>
                <a:gd name="T8" fmla="*/ 26661 w 1269"/>
                <a:gd name="T9" fmla="*/ 12980 h 1268"/>
                <a:gd name="T10" fmla="*/ 26661 w 1269"/>
                <a:gd name="T11" fmla="*/ 12980 h 1268"/>
                <a:gd name="T12" fmla="*/ 13330 w 1269"/>
                <a:gd name="T13" fmla="*/ 0 h 1268"/>
                <a:gd name="T14" fmla="*/ 13330 w 1269"/>
                <a:gd name="T15" fmla="*/ 0 h 1268"/>
                <a:gd name="T16" fmla="*/ 0 w 1269"/>
                <a:gd name="T17" fmla="*/ 12980 h 1268"/>
                <a:gd name="T18" fmla="*/ 0 w 1269"/>
                <a:gd name="T19" fmla="*/ 410326 h 1268"/>
                <a:gd name="T20" fmla="*/ 0 w 1269"/>
                <a:gd name="T21" fmla="*/ 410326 h 1268"/>
                <a:gd name="T22" fmla="*/ 46477 w 1269"/>
                <a:gd name="T23" fmla="*/ 456839 h 1268"/>
                <a:gd name="T24" fmla="*/ 443509 w 1269"/>
                <a:gd name="T25" fmla="*/ 456839 h 1268"/>
                <a:gd name="T26" fmla="*/ 443509 w 1269"/>
                <a:gd name="T27" fmla="*/ 456839 h 1268"/>
                <a:gd name="T28" fmla="*/ 456840 w 1269"/>
                <a:gd name="T29" fmla="*/ 443498 h 1268"/>
                <a:gd name="T30" fmla="*/ 456840 w 1269"/>
                <a:gd name="T31" fmla="*/ 443498 h 1268"/>
                <a:gd name="T32" fmla="*/ 443509 w 1269"/>
                <a:gd name="T33" fmla="*/ 430157 h 1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69" h="1268">
                  <a:moveTo>
                    <a:pt x="1231" y="1193"/>
                  </a:moveTo>
                  <a:lnTo>
                    <a:pt x="129" y="1193"/>
                  </a:lnTo>
                  <a:cubicBezTo>
                    <a:pt x="99" y="1193"/>
                    <a:pt x="74" y="1168"/>
                    <a:pt x="74" y="1138"/>
                  </a:cubicBezTo>
                  <a:lnTo>
                    <a:pt x="74" y="36"/>
                  </a:lnTo>
                  <a:cubicBezTo>
                    <a:pt x="74" y="16"/>
                    <a:pt x="58" y="0"/>
                    <a:pt x="37" y="0"/>
                  </a:cubicBezTo>
                  <a:cubicBezTo>
                    <a:pt x="16" y="0"/>
                    <a:pt x="0" y="16"/>
                    <a:pt x="0" y="36"/>
                  </a:cubicBezTo>
                  <a:lnTo>
                    <a:pt x="0" y="1138"/>
                  </a:lnTo>
                  <a:cubicBezTo>
                    <a:pt x="0" y="1209"/>
                    <a:pt x="58" y="1267"/>
                    <a:pt x="129" y="1267"/>
                  </a:cubicBezTo>
                  <a:lnTo>
                    <a:pt x="1231" y="1267"/>
                  </a:lnTo>
                  <a:cubicBezTo>
                    <a:pt x="1250" y="1267"/>
                    <a:pt x="1268" y="1251"/>
                    <a:pt x="1268" y="1230"/>
                  </a:cubicBezTo>
                  <a:cubicBezTo>
                    <a:pt x="1268" y="1209"/>
                    <a:pt x="1250" y="1193"/>
                    <a:pt x="1231" y="119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79" name="Freeform 24">
              <a:extLst>
                <a:ext uri="{FF2B5EF4-FFF2-40B4-BE49-F238E27FC236}">
                  <a16:creationId xmlns:a16="http://schemas.microsoft.com/office/drawing/2014/main" id="{15570279-F6D1-2E4F-9BAE-F4D01ADA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7748" y="4748778"/>
              <a:ext cx="63637" cy="576489"/>
            </a:xfrm>
            <a:custGeom>
              <a:avLst/>
              <a:gdLst>
                <a:gd name="T0" fmla="*/ 13314 w 75"/>
                <a:gd name="T1" fmla="*/ 244115 h 679"/>
                <a:gd name="T2" fmla="*/ 13314 w 75"/>
                <a:gd name="T3" fmla="*/ 244115 h 679"/>
                <a:gd name="T4" fmla="*/ 26627 w 75"/>
                <a:gd name="T5" fmla="*/ 230433 h 679"/>
                <a:gd name="T6" fmla="*/ 26627 w 75"/>
                <a:gd name="T7" fmla="*/ 13322 h 679"/>
                <a:gd name="T8" fmla="*/ 26627 w 75"/>
                <a:gd name="T9" fmla="*/ 13322 h 679"/>
                <a:gd name="T10" fmla="*/ 13314 w 75"/>
                <a:gd name="T11" fmla="*/ 0 h 679"/>
                <a:gd name="T12" fmla="*/ 13314 w 75"/>
                <a:gd name="T13" fmla="*/ 0 h 679"/>
                <a:gd name="T14" fmla="*/ 0 w 75"/>
                <a:gd name="T15" fmla="*/ 13322 h 679"/>
                <a:gd name="T16" fmla="*/ 0 w 75"/>
                <a:gd name="T17" fmla="*/ 230433 h 679"/>
                <a:gd name="T18" fmla="*/ 0 w 75"/>
                <a:gd name="T19" fmla="*/ 230433 h 679"/>
                <a:gd name="T20" fmla="*/ 13314 w 75"/>
                <a:gd name="T21" fmla="*/ 244115 h 6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679">
                  <a:moveTo>
                    <a:pt x="37" y="678"/>
                  </a:moveTo>
                  <a:lnTo>
                    <a:pt x="37" y="678"/>
                  </a:lnTo>
                  <a:cubicBezTo>
                    <a:pt x="58" y="678"/>
                    <a:pt x="74" y="661"/>
                    <a:pt x="74" y="640"/>
                  </a:cubicBezTo>
                  <a:lnTo>
                    <a:pt x="74" y="37"/>
                  </a:lnTo>
                  <a:cubicBezTo>
                    <a:pt x="74" y="16"/>
                    <a:pt x="58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lnTo>
                    <a:pt x="0" y="640"/>
                  </a:lnTo>
                  <a:cubicBezTo>
                    <a:pt x="0" y="661"/>
                    <a:pt x="16" y="678"/>
                    <a:pt x="37" y="6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0" name="Freeform 25">
              <a:extLst>
                <a:ext uri="{FF2B5EF4-FFF2-40B4-BE49-F238E27FC236}">
                  <a16:creationId xmlns:a16="http://schemas.microsoft.com/office/drawing/2014/main" id="{2F177E59-0546-9D43-9817-7C7A7FFAA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1700" y="4861081"/>
              <a:ext cx="63640" cy="464186"/>
            </a:xfrm>
            <a:custGeom>
              <a:avLst/>
              <a:gdLst>
                <a:gd name="T0" fmla="*/ 0 w 76"/>
                <a:gd name="T1" fmla="*/ 13340 h 546"/>
                <a:gd name="T2" fmla="*/ 0 w 76"/>
                <a:gd name="T3" fmla="*/ 183150 h 546"/>
                <a:gd name="T4" fmla="*/ 0 w 76"/>
                <a:gd name="T5" fmla="*/ 183150 h 546"/>
                <a:gd name="T6" fmla="*/ 13494 w 76"/>
                <a:gd name="T7" fmla="*/ 196489 h 546"/>
                <a:gd name="T8" fmla="*/ 13494 w 76"/>
                <a:gd name="T9" fmla="*/ 196489 h 546"/>
                <a:gd name="T10" fmla="*/ 26633 w 76"/>
                <a:gd name="T11" fmla="*/ 183150 h 546"/>
                <a:gd name="T12" fmla="*/ 26633 w 76"/>
                <a:gd name="T13" fmla="*/ 13340 h 546"/>
                <a:gd name="T14" fmla="*/ 26633 w 76"/>
                <a:gd name="T15" fmla="*/ 13340 h 546"/>
                <a:gd name="T16" fmla="*/ 13494 w 76"/>
                <a:gd name="T17" fmla="*/ 0 h 546"/>
                <a:gd name="T18" fmla="*/ 13494 w 76"/>
                <a:gd name="T19" fmla="*/ 0 h 546"/>
                <a:gd name="T20" fmla="*/ 0 w 76"/>
                <a:gd name="T21" fmla="*/ 13340 h 5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546">
                  <a:moveTo>
                    <a:pt x="0" y="37"/>
                  </a:moveTo>
                  <a:lnTo>
                    <a:pt x="0" y="508"/>
                  </a:lnTo>
                  <a:cubicBezTo>
                    <a:pt x="0" y="528"/>
                    <a:pt x="19" y="545"/>
                    <a:pt x="38" y="545"/>
                  </a:cubicBezTo>
                  <a:cubicBezTo>
                    <a:pt x="59" y="545"/>
                    <a:pt x="75" y="528"/>
                    <a:pt x="75" y="508"/>
                  </a:cubicBezTo>
                  <a:lnTo>
                    <a:pt x="75" y="37"/>
                  </a:lnTo>
                  <a:cubicBezTo>
                    <a:pt x="75" y="17"/>
                    <a:pt x="59" y="0"/>
                    <a:pt x="38" y="0"/>
                  </a:cubicBezTo>
                  <a:cubicBezTo>
                    <a:pt x="19" y="0"/>
                    <a:pt x="0" y="17"/>
                    <a:pt x="0" y="3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1" name="Freeform 26">
              <a:extLst>
                <a:ext uri="{FF2B5EF4-FFF2-40B4-BE49-F238E27FC236}">
                  <a16:creationId xmlns:a16="http://schemas.microsoft.com/office/drawing/2014/main" id="{7FB4C950-EA50-DF49-BE86-D6E53CDFC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9397" y="5029534"/>
              <a:ext cx="63640" cy="295732"/>
            </a:xfrm>
            <a:custGeom>
              <a:avLst/>
              <a:gdLst>
                <a:gd name="T0" fmla="*/ 0 w 76"/>
                <a:gd name="T1" fmla="*/ 13373 h 347"/>
                <a:gd name="T2" fmla="*/ 0 w 76"/>
                <a:gd name="T3" fmla="*/ 111679 h 347"/>
                <a:gd name="T4" fmla="*/ 0 w 76"/>
                <a:gd name="T5" fmla="*/ 111679 h 347"/>
                <a:gd name="T6" fmla="*/ 13139 w 76"/>
                <a:gd name="T7" fmla="*/ 125052 h 347"/>
                <a:gd name="T8" fmla="*/ 13139 w 76"/>
                <a:gd name="T9" fmla="*/ 125052 h 347"/>
                <a:gd name="T10" fmla="*/ 26633 w 76"/>
                <a:gd name="T11" fmla="*/ 111679 h 347"/>
                <a:gd name="T12" fmla="*/ 26633 w 76"/>
                <a:gd name="T13" fmla="*/ 13373 h 347"/>
                <a:gd name="T14" fmla="*/ 26633 w 76"/>
                <a:gd name="T15" fmla="*/ 13373 h 347"/>
                <a:gd name="T16" fmla="*/ 13139 w 76"/>
                <a:gd name="T17" fmla="*/ 0 h 347"/>
                <a:gd name="T18" fmla="*/ 13139 w 76"/>
                <a:gd name="T19" fmla="*/ 0 h 347"/>
                <a:gd name="T20" fmla="*/ 0 w 76"/>
                <a:gd name="T21" fmla="*/ 13373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347">
                  <a:moveTo>
                    <a:pt x="0" y="37"/>
                  </a:moveTo>
                  <a:lnTo>
                    <a:pt x="0" y="309"/>
                  </a:lnTo>
                  <a:cubicBezTo>
                    <a:pt x="0" y="329"/>
                    <a:pt x="17" y="346"/>
                    <a:pt x="37" y="346"/>
                  </a:cubicBezTo>
                  <a:cubicBezTo>
                    <a:pt x="57" y="346"/>
                    <a:pt x="75" y="329"/>
                    <a:pt x="75" y="309"/>
                  </a:cubicBezTo>
                  <a:lnTo>
                    <a:pt x="75" y="37"/>
                  </a:lnTo>
                  <a:cubicBezTo>
                    <a:pt x="75" y="16"/>
                    <a:pt x="57" y="0"/>
                    <a:pt x="37" y="0"/>
                  </a:cubicBezTo>
                  <a:cubicBezTo>
                    <a:pt x="17" y="0"/>
                    <a:pt x="0" y="16"/>
                    <a:pt x="0" y="3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2" name="Freeform 27">
              <a:extLst>
                <a:ext uri="{FF2B5EF4-FFF2-40B4-BE49-F238E27FC236}">
                  <a16:creationId xmlns:a16="http://schemas.microsoft.com/office/drawing/2014/main" id="{88ADC312-60F7-2D42-9D1B-C6C303F5D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352" y="5029534"/>
              <a:ext cx="63637" cy="295732"/>
            </a:xfrm>
            <a:custGeom>
              <a:avLst/>
              <a:gdLst>
                <a:gd name="T0" fmla="*/ 0 w 75"/>
                <a:gd name="T1" fmla="*/ 13373 h 347"/>
                <a:gd name="T2" fmla="*/ 0 w 75"/>
                <a:gd name="T3" fmla="*/ 111679 h 347"/>
                <a:gd name="T4" fmla="*/ 0 w 75"/>
                <a:gd name="T5" fmla="*/ 111679 h 347"/>
                <a:gd name="T6" fmla="*/ 13314 w 75"/>
                <a:gd name="T7" fmla="*/ 125052 h 347"/>
                <a:gd name="T8" fmla="*/ 13314 w 75"/>
                <a:gd name="T9" fmla="*/ 125052 h 347"/>
                <a:gd name="T10" fmla="*/ 26627 w 75"/>
                <a:gd name="T11" fmla="*/ 111679 h 347"/>
                <a:gd name="T12" fmla="*/ 26627 w 75"/>
                <a:gd name="T13" fmla="*/ 13373 h 347"/>
                <a:gd name="T14" fmla="*/ 26627 w 75"/>
                <a:gd name="T15" fmla="*/ 13373 h 347"/>
                <a:gd name="T16" fmla="*/ 13314 w 75"/>
                <a:gd name="T17" fmla="*/ 0 h 347"/>
                <a:gd name="T18" fmla="*/ 13314 w 75"/>
                <a:gd name="T19" fmla="*/ 0 h 347"/>
                <a:gd name="T20" fmla="*/ 0 w 75"/>
                <a:gd name="T21" fmla="*/ 13373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347">
                  <a:moveTo>
                    <a:pt x="0" y="37"/>
                  </a:moveTo>
                  <a:lnTo>
                    <a:pt x="0" y="309"/>
                  </a:lnTo>
                  <a:cubicBezTo>
                    <a:pt x="0" y="329"/>
                    <a:pt x="16" y="346"/>
                    <a:pt x="37" y="346"/>
                  </a:cubicBezTo>
                  <a:cubicBezTo>
                    <a:pt x="58" y="346"/>
                    <a:pt x="74" y="329"/>
                    <a:pt x="74" y="309"/>
                  </a:cubicBezTo>
                  <a:lnTo>
                    <a:pt x="74" y="37"/>
                  </a:lnTo>
                  <a:cubicBezTo>
                    <a:pt x="74" y="16"/>
                    <a:pt x="58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3" name="Freeform 28">
              <a:extLst>
                <a:ext uri="{FF2B5EF4-FFF2-40B4-BE49-F238E27FC236}">
                  <a16:creationId xmlns:a16="http://schemas.microsoft.com/office/drawing/2014/main" id="{5278EF83-6BF5-D34C-8B52-FEF72034C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7305" y="4861081"/>
              <a:ext cx="63640" cy="464186"/>
            </a:xfrm>
            <a:custGeom>
              <a:avLst/>
              <a:gdLst>
                <a:gd name="T0" fmla="*/ 0 w 75"/>
                <a:gd name="T1" fmla="*/ 13340 h 546"/>
                <a:gd name="T2" fmla="*/ 0 w 75"/>
                <a:gd name="T3" fmla="*/ 183150 h 546"/>
                <a:gd name="T4" fmla="*/ 0 w 75"/>
                <a:gd name="T5" fmla="*/ 183150 h 546"/>
                <a:gd name="T6" fmla="*/ 13314 w 75"/>
                <a:gd name="T7" fmla="*/ 196489 h 546"/>
                <a:gd name="T8" fmla="*/ 13314 w 75"/>
                <a:gd name="T9" fmla="*/ 196489 h 546"/>
                <a:gd name="T10" fmla="*/ 26628 w 75"/>
                <a:gd name="T11" fmla="*/ 183150 h 546"/>
                <a:gd name="T12" fmla="*/ 26628 w 75"/>
                <a:gd name="T13" fmla="*/ 13340 h 546"/>
                <a:gd name="T14" fmla="*/ 26628 w 75"/>
                <a:gd name="T15" fmla="*/ 13340 h 546"/>
                <a:gd name="T16" fmla="*/ 13314 w 75"/>
                <a:gd name="T17" fmla="*/ 0 h 546"/>
                <a:gd name="T18" fmla="*/ 13314 w 75"/>
                <a:gd name="T19" fmla="*/ 0 h 546"/>
                <a:gd name="T20" fmla="*/ 0 w 75"/>
                <a:gd name="T21" fmla="*/ 13340 h 5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546">
                  <a:moveTo>
                    <a:pt x="0" y="37"/>
                  </a:moveTo>
                  <a:lnTo>
                    <a:pt x="0" y="508"/>
                  </a:lnTo>
                  <a:cubicBezTo>
                    <a:pt x="0" y="528"/>
                    <a:pt x="17" y="545"/>
                    <a:pt x="37" y="545"/>
                  </a:cubicBezTo>
                  <a:cubicBezTo>
                    <a:pt x="58" y="545"/>
                    <a:pt x="74" y="528"/>
                    <a:pt x="74" y="508"/>
                  </a:cubicBezTo>
                  <a:lnTo>
                    <a:pt x="74" y="37"/>
                  </a:lnTo>
                  <a:cubicBezTo>
                    <a:pt x="74" y="17"/>
                    <a:pt x="58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4" name="Freeform 29">
              <a:extLst>
                <a:ext uri="{FF2B5EF4-FFF2-40B4-BE49-F238E27FC236}">
                  <a16:creationId xmlns:a16="http://schemas.microsoft.com/office/drawing/2014/main" id="{188398F8-92BD-3047-8D2A-13D84A30C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259" y="4947179"/>
              <a:ext cx="63637" cy="378088"/>
            </a:xfrm>
            <a:custGeom>
              <a:avLst/>
              <a:gdLst>
                <a:gd name="T0" fmla="*/ 0 w 75"/>
                <a:gd name="T1" fmla="*/ 13272 h 447"/>
                <a:gd name="T2" fmla="*/ 0 w 75"/>
                <a:gd name="T3" fmla="*/ 146707 h 447"/>
                <a:gd name="T4" fmla="*/ 0 w 75"/>
                <a:gd name="T5" fmla="*/ 146707 h 447"/>
                <a:gd name="T6" fmla="*/ 13314 w 75"/>
                <a:gd name="T7" fmla="*/ 159979 h 447"/>
                <a:gd name="T8" fmla="*/ 13314 w 75"/>
                <a:gd name="T9" fmla="*/ 159979 h 447"/>
                <a:gd name="T10" fmla="*/ 26627 w 75"/>
                <a:gd name="T11" fmla="*/ 146707 h 447"/>
                <a:gd name="T12" fmla="*/ 26627 w 75"/>
                <a:gd name="T13" fmla="*/ 13272 h 447"/>
                <a:gd name="T14" fmla="*/ 26627 w 75"/>
                <a:gd name="T15" fmla="*/ 13272 h 447"/>
                <a:gd name="T16" fmla="*/ 13314 w 75"/>
                <a:gd name="T17" fmla="*/ 0 h 447"/>
                <a:gd name="T18" fmla="*/ 13314 w 75"/>
                <a:gd name="T19" fmla="*/ 0 h 447"/>
                <a:gd name="T20" fmla="*/ 0 w 75"/>
                <a:gd name="T21" fmla="*/ 13272 h 4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447">
                  <a:moveTo>
                    <a:pt x="0" y="37"/>
                  </a:moveTo>
                  <a:lnTo>
                    <a:pt x="0" y="409"/>
                  </a:lnTo>
                  <a:cubicBezTo>
                    <a:pt x="0" y="429"/>
                    <a:pt x="16" y="446"/>
                    <a:pt x="37" y="446"/>
                  </a:cubicBezTo>
                  <a:cubicBezTo>
                    <a:pt x="57" y="446"/>
                    <a:pt x="74" y="429"/>
                    <a:pt x="74" y="409"/>
                  </a:cubicBezTo>
                  <a:lnTo>
                    <a:pt x="74" y="37"/>
                  </a:lnTo>
                  <a:cubicBezTo>
                    <a:pt x="74" y="17"/>
                    <a:pt x="57" y="0"/>
                    <a:pt x="37" y="0"/>
                  </a:cubicBezTo>
                  <a:cubicBezTo>
                    <a:pt x="16" y="0"/>
                    <a:pt x="0" y="17"/>
                    <a:pt x="0" y="3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5" name="Freeform 30">
              <a:extLst>
                <a:ext uri="{FF2B5EF4-FFF2-40B4-BE49-F238E27FC236}">
                  <a16:creationId xmlns:a16="http://schemas.microsoft.com/office/drawing/2014/main" id="{F79F219D-EB44-EE4D-B435-8D0FC141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5212" y="5029534"/>
              <a:ext cx="63640" cy="295732"/>
            </a:xfrm>
            <a:custGeom>
              <a:avLst/>
              <a:gdLst>
                <a:gd name="T0" fmla="*/ 0 w 75"/>
                <a:gd name="T1" fmla="*/ 13373 h 347"/>
                <a:gd name="T2" fmla="*/ 0 w 75"/>
                <a:gd name="T3" fmla="*/ 111679 h 347"/>
                <a:gd name="T4" fmla="*/ 0 w 75"/>
                <a:gd name="T5" fmla="*/ 111679 h 347"/>
                <a:gd name="T6" fmla="*/ 13314 w 75"/>
                <a:gd name="T7" fmla="*/ 125052 h 347"/>
                <a:gd name="T8" fmla="*/ 13314 w 75"/>
                <a:gd name="T9" fmla="*/ 125052 h 347"/>
                <a:gd name="T10" fmla="*/ 26628 w 75"/>
                <a:gd name="T11" fmla="*/ 111679 h 347"/>
                <a:gd name="T12" fmla="*/ 26628 w 75"/>
                <a:gd name="T13" fmla="*/ 13373 h 347"/>
                <a:gd name="T14" fmla="*/ 26628 w 75"/>
                <a:gd name="T15" fmla="*/ 13373 h 347"/>
                <a:gd name="T16" fmla="*/ 13314 w 75"/>
                <a:gd name="T17" fmla="*/ 0 h 347"/>
                <a:gd name="T18" fmla="*/ 13314 w 75"/>
                <a:gd name="T19" fmla="*/ 0 h 347"/>
                <a:gd name="T20" fmla="*/ 0 w 75"/>
                <a:gd name="T21" fmla="*/ 13373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347">
                  <a:moveTo>
                    <a:pt x="0" y="37"/>
                  </a:moveTo>
                  <a:lnTo>
                    <a:pt x="0" y="309"/>
                  </a:lnTo>
                  <a:cubicBezTo>
                    <a:pt x="0" y="329"/>
                    <a:pt x="16" y="346"/>
                    <a:pt x="37" y="346"/>
                  </a:cubicBezTo>
                  <a:cubicBezTo>
                    <a:pt x="57" y="346"/>
                    <a:pt x="74" y="329"/>
                    <a:pt x="74" y="309"/>
                  </a:cubicBezTo>
                  <a:lnTo>
                    <a:pt x="74" y="37"/>
                  </a:lnTo>
                  <a:cubicBezTo>
                    <a:pt x="74" y="16"/>
                    <a:pt x="57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6" name="Freeform 31">
              <a:extLst>
                <a:ext uri="{FF2B5EF4-FFF2-40B4-BE49-F238E27FC236}">
                  <a16:creationId xmlns:a16="http://schemas.microsoft.com/office/drawing/2014/main" id="{CDA0DFD6-3286-6345-9CC3-E128C040E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166" y="5029534"/>
              <a:ext cx="63637" cy="295732"/>
            </a:xfrm>
            <a:custGeom>
              <a:avLst/>
              <a:gdLst>
                <a:gd name="T0" fmla="*/ 13138 w 76"/>
                <a:gd name="T1" fmla="*/ 125052 h 347"/>
                <a:gd name="T2" fmla="*/ 13138 w 76"/>
                <a:gd name="T3" fmla="*/ 125052 h 347"/>
                <a:gd name="T4" fmla="*/ 26632 w 76"/>
                <a:gd name="T5" fmla="*/ 111318 h 347"/>
                <a:gd name="T6" fmla="*/ 26632 w 76"/>
                <a:gd name="T7" fmla="*/ 13373 h 347"/>
                <a:gd name="T8" fmla="*/ 26632 w 76"/>
                <a:gd name="T9" fmla="*/ 13373 h 347"/>
                <a:gd name="T10" fmla="*/ 13138 w 76"/>
                <a:gd name="T11" fmla="*/ 0 h 347"/>
                <a:gd name="T12" fmla="*/ 13138 w 76"/>
                <a:gd name="T13" fmla="*/ 0 h 347"/>
                <a:gd name="T14" fmla="*/ 0 w 76"/>
                <a:gd name="T15" fmla="*/ 13373 h 347"/>
                <a:gd name="T16" fmla="*/ 0 w 76"/>
                <a:gd name="T17" fmla="*/ 111318 h 347"/>
                <a:gd name="T18" fmla="*/ 0 w 76"/>
                <a:gd name="T19" fmla="*/ 111318 h 347"/>
                <a:gd name="T20" fmla="*/ 13138 w 76"/>
                <a:gd name="T21" fmla="*/ 125052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347">
                  <a:moveTo>
                    <a:pt x="37" y="346"/>
                  </a:moveTo>
                  <a:lnTo>
                    <a:pt x="37" y="346"/>
                  </a:lnTo>
                  <a:cubicBezTo>
                    <a:pt x="58" y="346"/>
                    <a:pt x="75" y="329"/>
                    <a:pt x="75" y="308"/>
                  </a:cubicBezTo>
                  <a:lnTo>
                    <a:pt x="75" y="37"/>
                  </a:lnTo>
                  <a:cubicBezTo>
                    <a:pt x="75" y="16"/>
                    <a:pt x="58" y="0"/>
                    <a:pt x="37" y="0"/>
                  </a:cubicBezTo>
                  <a:cubicBezTo>
                    <a:pt x="18" y="0"/>
                    <a:pt x="0" y="16"/>
                    <a:pt x="0" y="37"/>
                  </a:cubicBezTo>
                  <a:lnTo>
                    <a:pt x="0" y="308"/>
                  </a:lnTo>
                  <a:cubicBezTo>
                    <a:pt x="0" y="329"/>
                    <a:pt x="18" y="346"/>
                    <a:pt x="37" y="34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87" name="Freeform 32">
              <a:extLst>
                <a:ext uri="{FF2B5EF4-FFF2-40B4-BE49-F238E27FC236}">
                  <a16:creationId xmlns:a16="http://schemas.microsoft.com/office/drawing/2014/main" id="{CE484EA5-6002-1048-A83E-2E81E8667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522" y="4370690"/>
              <a:ext cx="658844" cy="479159"/>
            </a:xfrm>
            <a:custGeom>
              <a:avLst/>
              <a:gdLst>
                <a:gd name="T0" fmla="*/ 229353 w 776"/>
                <a:gd name="T1" fmla="*/ 117396 h 566"/>
                <a:gd name="T2" fmla="*/ 222872 w 776"/>
                <a:gd name="T3" fmla="*/ 120628 h 566"/>
                <a:gd name="T4" fmla="*/ 220352 w 776"/>
                <a:gd name="T5" fmla="*/ 118114 h 566"/>
                <a:gd name="T6" fmla="*/ 219631 w 776"/>
                <a:gd name="T7" fmla="*/ 114165 h 566"/>
                <a:gd name="T8" fmla="*/ 213871 w 776"/>
                <a:gd name="T9" fmla="*/ 91907 h 566"/>
                <a:gd name="T10" fmla="*/ 190467 w 776"/>
                <a:gd name="T11" fmla="*/ 89753 h 566"/>
                <a:gd name="T12" fmla="*/ 38526 w 776"/>
                <a:gd name="T13" fmla="*/ 175197 h 566"/>
                <a:gd name="T14" fmla="*/ 28804 w 776"/>
                <a:gd name="T15" fmla="*/ 172684 h 566"/>
                <a:gd name="T16" fmla="*/ 27724 w 776"/>
                <a:gd name="T17" fmla="*/ 167658 h 566"/>
                <a:gd name="T18" fmla="*/ 183626 w 776"/>
                <a:gd name="T19" fmla="*/ 77187 h 566"/>
                <a:gd name="T20" fmla="*/ 193708 w 776"/>
                <a:gd name="T21" fmla="*/ 56365 h 566"/>
                <a:gd name="T22" fmla="*/ 177505 w 776"/>
                <a:gd name="T23" fmla="*/ 39491 h 566"/>
                <a:gd name="T24" fmla="*/ 173905 w 776"/>
                <a:gd name="T25" fmla="*/ 36978 h 566"/>
                <a:gd name="T26" fmla="*/ 173185 w 776"/>
                <a:gd name="T27" fmla="*/ 33388 h 566"/>
                <a:gd name="T28" fmla="*/ 173185 w 776"/>
                <a:gd name="T29" fmla="*/ 33388 h 566"/>
                <a:gd name="T30" fmla="*/ 244115 w 776"/>
                <a:gd name="T31" fmla="*/ 44158 h 566"/>
                <a:gd name="T32" fmla="*/ 249516 w 776"/>
                <a:gd name="T33" fmla="*/ 47748 h 566"/>
                <a:gd name="T34" fmla="*/ 249876 w 776"/>
                <a:gd name="T35" fmla="*/ 54211 h 566"/>
                <a:gd name="T36" fmla="*/ 272919 w 776"/>
                <a:gd name="T37" fmla="*/ 35183 h 566"/>
                <a:gd name="T38" fmla="*/ 185066 w 776"/>
                <a:gd name="T39" fmla="*/ 3590 h 566"/>
                <a:gd name="T40" fmla="*/ 147261 w 776"/>
                <a:gd name="T41" fmla="*/ 27644 h 566"/>
                <a:gd name="T42" fmla="*/ 151582 w 776"/>
                <a:gd name="T43" fmla="*/ 51339 h 566"/>
                <a:gd name="T44" fmla="*/ 159503 w 776"/>
                <a:gd name="T45" fmla="*/ 59955 h 566"/>
                <a:gd name="T46" fmla="*/ 18363 w 776"/>
                <a:gd name="T47" fmla="*/ 140014 h 566"/>
                <a:gd name="T48" fmla="*/ 2160 w 776"/>
                <a:gd name="T49" fmla="*/ 160478 h 566"/>
                <a:gd name="T50" fmla="*/ 5401 w 776"/>
                <a:gd name="T51" fmla="*/ 185967 h 566"/>
                <a:gd name="T52" fmla="*/ 25564 w 776"/>
                <a:gd name="T53" fmla="*/ 201764 h 566"/>
                <a:gd name="T54" fmla="*/ 34565 w 776"/>
                <a:gd name="T55" fmla="*/ 202841 h 566"/>
                <a:gd name="T56" fmla="*/ 192988 w 776"/>
                <a:gd name="T57" fmla="*/ 118833 h 566"/>
                <a:gd name="T58" fmla="*/ 196228 w 776"/>
                <a:gd name="T59" fmla="*/ 130321 h 566"/>
                <a:gd name="T60" fmla="*/ 214951 w 776"/>
                <a:gd name="T61" fmla="*/ 146117 h 566"/>
                <a:gd name="T62" fmla="*/ 254916 w 776"/>
                <a:gd name="T63" fmla="*/ 126013 h 566"/>
                <a:gd name="T64" fmla="*/ 275799 w 776"/>
                <a:gd name="T65" fmla="*/ 62827 h 5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6" h="566">
                  <a:moveTo>
                    <a:pt x="694" y="151"/>
                  </a:moveTo>
                  <a:lnTo>
                    <a:pt x="637" y="327"/>
                  </a:lnTo>
                  <a:cubicBezTo>
                    <a:pt x="634" y="334"/>
                    <a:pt x="627" y="339"/>
                    <a:pt x="619" y="336"/>
                  </a:cubicBezTo>
                  <a:cubicBezTo>
                    <a:pt x="615" y="334"/>
                    <a:pt x="612" y="331"/>
                    <a:pt x="612" y="329"/>
                  </a:cubicBezTo>
                  <a:cubicBezTo>
                    <a:pt x="610" y="327"/>
                    <a:pt x="608" y="322"/>
                    <a:pt x="610" y="318"/>
                  </a:cubicBezTo>
                  <a:cubicBezTo>
                    <a:pt x="619" y="294"/>
                    <a:pt x="612" y="271"/>
                    <a:pt x="594" y="256"/>
                  </a:cubicBezTo>
                  <a:cubicBezTo>
                    <a:pt x="575" y="240"/>
                    <a:pt x="550" y="238"/>
                    <a:pt x="529" y="250"/>
                  </a:cubicBezTo>
                  <a:lnTo>
                    <a:pt x="107" y="488"/>
                  </a:lnTo>
                  <a:cubicBezTo>
                    <a:pt x="98" y="495"/>
                    <a:pt x="84" y="492"/>
                    <a:pt x="80" y="481"/>
                  </a:cubicBezTo>
                  <a:cubicBezTo>
                    <a:pt x="77" y="476"/>
                    <a:pt x="76" y="472"/>
                    <a:pt x="77" y="467"/>
                  </a:cubicBezTo>
                  <a:cubicBezTo>
                    <a:pt x="79" y="462"/>
                    <a:pt x="83" y="457"/>
                    <a:pt x="87" y="455"/>
                  </a:cubicBezTo>
                  <a:lnTo>
                    <a:pt x="510" y="215"/>
                  </a:lnTo>
                  <a:cubicBezTo>
                    <a:pt x="530" y="203"/>
                    <a:pt x="542" y="180"/>
                    <a:pt x="538" y="157"/>
                  </a:cubicBezTo>
                  <a:cubicBezTo>
                    <a:pt x="534" y="133"/>
                    <a:pt x="517" y="114"/>
                    <a:pt x="493" y="110"/>
                  </a:cubicBezTo>
                  <a:cubicBezTo>
                    <a:pt x="487" y="110"/>
                    <a:pt x="485" y="105"/>
                    <a:pt x="483" y="103"/>
                  </a:cubicBezTo>
                  <a:cubicBezTo>
                    <a:pt x="483" y="102"/>
                    <a:pt x="480" y="98"/>
                    <a:pt x="481" y="93"/>
                  </a:cubicBezTo>
                  <a:cubicBezTo>
                    <a:pt x="483" y="87"/>
                    <a:pt x="489" y="82"/>
                    <a:pt x="495" y="82"/>
                  </a:cubicBezTo>
                  <a:lnTo>
                    <a:pt x="678" y="123"/>
                  </a:lnTo>
                  <a:cubicBezTo>
                    <a:pt x="687" y="124"/>
                    <a:pt x="692" y="130"/>
                    <a:pt x="693" y="133"/>
                  </a:cubicBezTo>
                  <a:cubicBezTo>
                    <a:pt x="694" y="136"/>
                    <a:pt x="697" y="143"/>
                    <a:pt x="694" y="151"/>
                  </a:cubicBezTo>
                  <a:close/>
                  <a:moveTo>
                    <a:pt x="758" y="98"/>
                  </a:moveTo>
                  <a:lnTo>
                    <a:pt x="758" y="98"/>
                  </a:lnTo>
                  <a:cubicBezTo>
                    <a:pt x="745" y="73"/>
                    <a:pt x="721" y="56"/>
                    <a:pt x="694" y="50"/>
                  </a:cubicBezTo>
                  <a:lnTo>
                    <a:pt x="514" y="10"/>
                  </a:lnTo>
                  <a:cubicBezTo>
                    <a:pt x="466" y="0"/>
                    <a:pt x="421" y="29"/>
                    <a:pt x="409" y="77"/>
                  </a:cubicBezTo>
                  <a:cubicBezTo>
                    <a:pt x="404" y="99"/>
                    <a:pt x="408" y="124"/>
                    <a:pt x="421" y="143"/>
                  </a:cubicBezTo>
                  <a:cubicBezTo>
                    <a:pt x="426" y="152"/>
                    <a:pt x="434" y="161"/>
                    <a:pt x="443" y="167"/>
                  </a:cubicBezTo>
                  <a:lnTo>
                    <a:pt x="51" y="390"/>
                  </a:lnTo>
                  <a:cubicBezTo>
                    <a:pt x="28" y="403"/>
                    <a:pt x="14" y="422"/>
                    <a:pt x="6" y="447"/>
                  </a:cubicBezTo>
                  <a:cubicBezTo>
                    <a:pt x="0" y="471"/>
                    <a:pt x="3" y="496"/>
                    <a:pt x="15" y="518"/>
                  </a:cubicBezTo>
                  <a:cubicBezTo>
                    <a:pt x="27" y="541"/>
                    <a:pt x="47" y="555"/>
                    <a:pt x="71" y="562"/>
                  </a:cubicBezTo>
                  <a:cubicBezTo>
                    <a:pt x="80" y="565"/>
                    <a:pt x="89" y="565"/>
                    <a:pt x="96" y="565"/>
                  </a:cubicBezTo>
                  <a:cubicBezTo>
                    <a:pt x="112" y="565"/>
                    <a:pt x="129" y="562"/>
                    <a:pt x="144" y="554"/>
                  </a:cubicBezTo>
                  <a:lnTo>
                    <a:pt x="536" y="331"/>
                  </a:lnTo>
                  <a:cubicBezTo>
                    <a:pt x="536" y="342"/>
                    <a:pt x="539" y="352"/>
                    <a:pt x="545" y="363"/>
                  </a:cubicBezTo>
                  <a:cubicBezTo>
                    <a:pt x="555" y="383"/>
                    <a:pt x="573" y="399"/>
                    <a:pt x="597" y="407"/>
                  </a:cubicBezTo>
                  <a:cubicBezTo>
                    <a:pt x="643" y="422"/>
                    <a:pt x="692" y="397"/>
                    <a:pt x="708" y="351"/>
                  </a:cubicBezTo>
                  <a:lnTo>
                    <a:pt x="766" y="175"/>
                  </a:lnTo>
                  <a:cubicBezTo>
                    <a:pt x="775" y="150"/>
                    <a:pt x="771" y="121"/>
                    <a:pt x="758" y="9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74A5D7E8-01C4-0945-8E13-F334B374B68F}"/>
              </a:ext>
            </a:extLst>
          </p:cNvPr>
          <p:cNvSpPr txBox="1"/>
          <p:nvPr/>
        </p:nvSpPr>
        <p:spPr>
          <a:xfrm>
            <a:off x="2214715" y="3116627"/>
            <a:ext cx="4566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en-US" sz="14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Enterprise-wide coverage including people, processes, systems, data, and external dependencies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CD4CE7-69A1-E744-B1FD-FB70609BD335}"/>
              </a:ext>
            </a:extLst>
          </p:cNvPr>
          <p:cNvGrpSpPr/>
          <p:nvPr/>
        </p:nvGrpSpPr>
        <p:grpSpPr>
          <a:xfrm>
            <a:off x="7832759" y="1611676"/>
            <a:ext cx="3650404" cy="3314461"/>
            <a:chOff x="14430985" y="3400097"/>
            <a:chExt cx="6152863" cy="66289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15B3A47-FEFB-7F44-94D0-F9E5CFDBEA8D}"/>
                </a:ext>
              </a:extLst>
            </p:cNvPr>
            <p:cNvGrpSpPr/>
            <p:nvPr/>
          </p:nvGrpSpPr>
          <p:grpSpPr>
            <a:xfrm>
              <a:off x="14430985" y="3400097"/>
              <a:ext cx="6152863" cy="3453906"/>
              <a:chOff x="4846062" y="1032440"/>
              <a:chExt cx="6152863" cy="345390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4444533-DB79-BA45-90AE-A806B4D613DE}"/>
                  </a:ext>
                </a:extLst>
              </p:cNvPr>
              <p:cNvGrpSpPr/>
              <p:nvPr/>
            </p:nvGrpSpPr>
            <p:grpSpPr>
              <a:xfrm>
                <a:off x="4846062" y="1032440"/>
                <a:ext cx="6152863" cy="3453906"/>
                <a:chOff x="4846062" y="633855"/>
                <a:chExt cx="6152863" cy="3453906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0BAB834-84FA-3A4B-9D99-444FCB5FA429}"/>
                    </a:ext>
                  </a:extLst>
                </p:cNvPr>
                <p:cNvSpPr txBox="1"/>
                <p:nvPr/>
              </p:nvSpPr>
              <p:spPr>
                <a:xfrm>
                  <a:off x="4846062" y="1133105"/>
                  <a:ext cx="6152863" cy="29546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3000" dirty="0">
                      <a:solidFill>
                        <a:srgbClr val="363E48"/>
                      </a:solidFill>
                      <a:latin typeface="Poppins Medium" pitchFamily="2" charset="77"/>
                      <a:ea typeface="Roboto Medium" panose="02000000000000000000" pitchFamily="2" charset="0"/>
                      <a:cs typeface="Poppins Medium" pitchFamily="2" charset="77"/>
                    </a:rPr>
                    <a:t>Risk Identification Overview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67BC940-9566-FD44-B631-3B433F465985}"/>
                    </a:ext>
                  </a:extLst>
                </p:cNvPr>
                <p:cNvSpPr txBox="1"/>
                <p:nvPr/>
              </p:nvSpPr>
              <p:spPr>
                <a:xfrm>
                  <a:off x="4846062" y="633855"/>
                  <a:ext cx="5197575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217"/>
                  <a:r>
                    <a:rPr lang="en-US" sz="1200" spc="150" dirty="0">
                      <a:solidFill>
                        <a:srgbClr val="737572"/>
                      </a:solidFill>
                      <a:latin typeface="Lato Medium" panose="020F0502020204030203" pitchFamily="34" charset="0"/>
                      <a:ea typeface="Lato Medium" panose="020F0502020204030203" pitchFamily="34" charset="0"/>
                      <a:cs typeface="Lato Medium" panose="020F0502020204030203" pitchFamily="34" charset="0"/>
                    </a:rPr>
                    <a:t>Risk Identification Summary</a:t>
                  </a:r>
                </a:p>
              </p:txBody>
            </p:sp>
          </p:grp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1929AB8-F939-084A-82BA-7A736F678DD8}"/>
                  </a:ext>
                </a:extLst>
              </p:cNvPr>
              <p:cNvSpPr/>
              <p:nvPr/>
            </p:nvSpPr>
            <p:spPr>
              <a:xfrm>
                <a:off x="4974329" y="3604667"/>
                <a:ext cx="186462" cy="18646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14217"/>
                <a:endParaRPr lang="en-US">
                  <a:solidFill>
                    <a:srgbClr val="363E48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D34B1D8-8E5F-4648-8D7D-7F229262E939}"/>
                </a:ext>
              </a:extLst>
            </p:cNvPr>
            <p:cNvSpPr txBox="1"/>
            <p:nvPr/>
          </p:nvSpPr>
          <p:spPr>
            <a:xfrm>
              <a:off x="14495119" y="6290943"/>
              <a:ext cx="6024594" cy="3738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217">
                <a:lnSpc>
                  <a:spcPts val="2040"/>
                </a:lnSpc>
              </a:pPr>
              <a:r>
                <a:rPr lang="en-US" sz="1400" dirty="0">
                  <a:solidFill>
                    <a:srgbClr val="737572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Risks were identified through an enterprise-wide review of organizational activities, systems, and external dependencies. The identification process focused on capturing risks that could impact strategic objectives, regulatory compliance, operational resilience, and stakeholder trust.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954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D97E1FB-EB68-5D4A-BB87-CC5801A9E9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D952759-43C4-2640-B3BD-6B5C5E0A9717}"/>
              </a:ext>
            </a:extLst>
          </p:cNvPr>
          <p:cNvSpPr/>
          <p:nvPr/>
        </p:nvSpPr>
        <p:spPr>
          <a:xfrm rot="10800000" flipV="1">
            <a:off x="1586" y="-7263"/>
            <a:ext cx="12188825" cy="4414520"/>
          </a:xfrm>
          <a:prstGeom prst="rect">
            <a:avLst/>
          </a:prstGeom>
          <a:gradFill>
            <a:gsLst>
              <a:gs pos="100000">
                <a:schemeClr val="accent2">
                  <a:alpha val="80000"/>
                </a:schemeClr>
              </a:gs>
              <a:gs pos="33000">
                <a:schemeClr val="accent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5B3A47-FEFB-7F44-94D0-F9E5CFDBEA8D}"/>
              </a:ext>
            </a:extLst>
          </p:cNvPr>
          <p:cNvGrpSpPr/>
          <p:nvPr/>
        </p:nvGrpSpPr>
        <p:grpSpPr>
          <a:xfrm>
            <a:off x="2424619" y="516220"/>
            <a:ext cx="7342763" cy="869478"/>
            <a:chOff x="4846062" y="1032440"/>
            <a:chExt cx="14685526" cy="173895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4444533-DB79-BA45-90AE-A806B4D613DE}"/>
                </a:ext>
              </a:extLst>
            </p:cNvPr>
            <p:cNvGrpSpPr/>
            <p:nvPr/>
          </p:nvGrpSpPr>
          <p:grpSpPr>
            <a:xfrm>
              <a:off x="4846062" y="1032440"/>
              <a:ext cx="14685526" cy="1607245"/>
              <a:chOff x="4846062" y="633855"/>
              <a:chExt cx="14685526" cy="160724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BAB834-84FA-3A4B-9D99-444FCB5FA429}"/>
                  </a:ext>
                </a:extLst>
              </p:cNvPr>
              <p:cNvSpPr txBox="1"/>
              <p:nvPr/>
            </p:nvSpPr>
            <p:spPr>
              <a:xfrm>
                <a:off x="4846062" y="1133105"/>
                <a:ext cx="14685526" cy="1107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3000" dirty="0">
                    <a:solidFill>
                      <a:srgbClr val="FFFFFF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Risk Assessment Approach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7BC940-9566-FD44-B631-3B433F465985}"/>
                  </a:ext>
                </a:extLst>
              </p:cNvPr>
              <p:cNvSpPr txBox="1"/>
              <p:nvPr/>
            </p:nvSpPr>
            <p:spPr>
              <a:xfrm>
                <a:off x="9404090" y="633855"/>
                <a:ext cx="556947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217"/>
                <a:r>
                  <a:rPr lang="en-US" sz="1200" spc="150" dirty="0">
                    <a:solidFill>
                      <a:srgbClr val="FFFFFF"/>
                    </a:solidFill>
                    <a:latin typeface="Lato Medium" panose="020F0502020204030203" pitchFamily="34" charset="0"/>
                    <a:ea typeface="Lato Medium" panose="020F0502020204030203" pitchFamily="34" charset="0"/>
                    <a:cs typeface="Lato Medium" panose="020F0502020204030203" pitchFamily="34" charset="0"/>
                  </a:rPr>
                  <a:t>Risk Assessment Methodology</a:t>
                </a: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1929AB8-F939-084A-82BA-7A736F678DD8}"/>
                </a:ext>
              </a:extLst>
            </p:cNvPr>
            <p:cNvSpPr/>
            <p:nvPr/>
          </p:nvSpPr>
          <p:spPr>
            <a:xfrm>
              <a:off x="12095594" y="2584936"/>
              <a:ext cx="186462" cy="1864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BAF22B4-BEC3-6441-B643-3F347EA4C77B}"/>
              </a:ext>
            </a:extLst>
          </p:cNvPr>
          <p:cNvSpPr/>
          <p:nvPr/>
        </p:nvSpPr>
        <p:spPr>
          <a:xfrm>
            <a:off x="4438506" y="2620150"/>
            <a:ext cx="7751908" cy="33943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F2300B-2400-0E4B-B1FB-EB575870BB5C}"/>
              </a:ext>
            </a:extLst>
          </p:cNvPr>
          <p:cNvGrpSpPr/>
          <p:nvPr/>
        </p:nvGrpSpPr>
        <p:grpSpPr>
          <a:xfrm>
            <a:off x="6943168" y="4635574"/>
            <a:ext cx="806002" cy="806002"/>
            <a:chOff x="13539579" y="6711236"/>
            <a:chExt cx="2519748" cy="251974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30E21E0-FE47-C040-AC75-62EBF81D274D}"/>
                </a:ext>
              </a:extLst>
            </p:cNvPr>
            <p:cNvSpPr/>
            <p:nvPr/>
          </p:nvSpPr>
          <p:spPr>
            <a:xfrm>
              <a:off x="13539579" y="6711236"/>
              <a:ext cx="2519748" cy="25197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3B2C009-179C-334F-B193-B74F08475E51}"/>
                </a:ext>
              </a:extLst>
            </p:cNvPr>
            <p:cNvGrpSpPr/>
            <p:nvPr/>
          </p:nvGrpSpPr>
          <p:grpSpPr>
            <a:xfrm>
              <a:off x="14255035" y="7490215"/>
              <a:ext cx="1088834" cy="1096396"/>
              <a:chOff x="5231890" y="4370690"/>
              <a:chExt cx="1078109" cy="1085596"/>
            </a:xfrm>
            <a:solidFill>
              <a:schemeClr val="bg1"/>
            </a:solidFill>
          </p:grpSpPr>
          <p:sp>
            <p:nvSpPr>
              <p:cNvPr id="61" name="Freeform 23">
                <a:extLst>
                  <a:ext uri="{FF2B5EF4-FFF2-40B4-BE49-F238E27FC236}">
                    <a16:creationId xmlns:a16="http://schemas.microsoft.com/office/drawing/2014/main" id="{3BC262E9-BAD0-8D4E-9913-5D8B2D46D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1890" y="4378177"/>
                <a:ext cx="1078109" cy="1078109"/>
              </a:xfrm>
              <a:custGeom>
                <a:avLst/>
                <a:gdLst>
                  <a:gd name="T0" fmla="*/ 443509 w 1269"/>
                  <a:gd name="T1" fmla="*/ 430157 h 1268"/>
                  <a:gd name="T2" fmla="*/ 46477 w 1269"/>
                  <a:gd name="T3" fmla="*/ 430157 h 1268"/>
                  <a:gd name="T4" fmla="*/ 46477 w 1269"/>
                  <a:gd name="T5" fmla="*/ 430157 h 1268"/>
                  <a:gd name="T6" fmla="*/ 26661 w 1269"/>
                  <a:gd name="T7" fmla="*/ 410326 h 1268"/>
                  <a:gd name="T8" fmla="*/ 26661 w 1269"/>
                  <a:gd name="T9" fmla="*/ 12980 h 1268"/>
                  <a:gd name="T10" fmla="*/ 26661 w 1269"/>
                  <a:gd name="T11" fmla="*/ 12980 h 1268"/>
                  <a:gd name="T12" fmla="*/ 13330 w 1269"/>
                  <a:gd name="T13" fmla="*/ 0 h 1268"/>
                  <a:gd name="T14" fmla="*/ 13330 w 1269"/>
                  <a:gd name="T15" fmla="*/ 0 h 1268"/>
                  <a:gd name="T16" fmla="*/ 0 w 1269"/>
                  <a:gd name="T17" fmla="*/ 12980 h 1268"/>
                  <a:gd name="T18" fmla="*/ 0 w 1269"/>
                  <a:gd name="T19" fmla="*/ 410326 h 1268"/>
                  <a:gd name="T20" fmla="*/ 0 w 1269"/>
                  <a:gd name="T21" fmla="*/ 410326 h 1268"/>
                  <a:gd name="T22" fmla="*/ 46477 w 1269"/>
                  <a:gd name="T23" fmla="*/ 456839 h 1268"/>
                  <a:gd name="T24" fmla="*/ 443509 w 1269"/>
                  <a:gd name="T25" fmla="*/ 456839 h 1268"/>
                  <a:gd name="T26" fmla="*/ 443509 w 1269"/>
                  <a:gd name="T27" fmla="*/ 456839 h 1268"/>
                  <a:gd name="T28" fmla="*/ 456840 w 1269"/>
                  <a:gd name="T29" fmla="*/ 443498 h 1268"/>
                  <a:gd name="T30" fmla="*/ 456840 w 1269"/>
                  <a:gd name="T31" fmla="*/ 443498 h 1268"/>
                  <a:gd name="T32" fmla="*/ 443509 w 1269"/>
                  <a:gd name="T33" fmla="*/ 430157 h 126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69" h="1268">
                    <a:moveTo>
                      <a:pt x="1231" y="1193"/>
                    </a:moveTo>
                    <a:lnTo>
                      <a:pt x="129" y="1193"/>
                    </a:lnTo>
                    <a:cubicBezTo>
                      <a:pt x="99" y="1193"/>
                      <a:pt x="74" y="1168"/>
                      <a:pt x="74" y="1138"/>
                    </a:cubicBezTo>
                    <a:lnTo>
                      <a:pt x="74" y="36"/>
                    </a:lnTo>
                    <a:cubicBezTo>
                      <a:pt x="74" y="16"/>
                      <a:pt x="58" y="0"/>
                      <a:pt x="37" y="0"/>
                    </a:cubicBezTo>
                    <a:cubicBezTo>
                      <a:pt x="16" y="0"/>
                      <a:pt x="0" y="16"/>
                      <a:pt x="0" y="36"/>
                    </a:cubicBezTo>
                    <a:lnTo>
                      <a:pt x="0" y="1138"/>
                    </a:lnTo>
                    <a:cubicBezTo>
                      <a:pt x="0" y="1209"/>
                      <a:pt x="58" y="1267"/>
                      <a:pt x="129" y="1267"/>
                    </a:cubicBezTo>
                    <a:lnTo>
                      <a:pt x="1231" y="1267"/>
                    </a:lnTo>
                    <a:cubicBezTo>
                      <a:pt x="1250" y="1267"/>
                      <a:pt x="1268" y="1251"/>
                      <a:pt x="1268" y="1230"/>
                    </a:cubicBezTo>
                    <a:cubicBezTo>
                      <a:pt x="1268" y="1209"/>
                      <a:pt x="1250" y="1193"/>
                      <a:pt x="1231" y="119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Freeform 24">
                <a:extLst>
                  <a:ext uri="{FF2B5EF4-FFF2-40B4-BE49-F238E27FC236}">
                    <a16:creationId xmlns:a16="http://schemas.microsoft.com/office/drawing/2014/main" id="{759FCAC8-536E-7141-B394-5F5C94E12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7748" y="4748778"/>
                <a:ext cx="63637" cy="576489"/>
              </a:xfrm>
              <a:custGeom>
                <a:avLst/>
                <a:gdLst>
                  <a:gd name="T0" fmla="*/ 13314 w 75"/>
                  <a:gd name="T1" fmla="*/ 244115 h 679"/>
                  <a:gd name="T2" fmla="*/ 13314 w 75"/>
                  <a:gd name="T3" fmla="*/ 244115 h 679"/>
                  <a:gd name="T4" fmla="*/ 26627 w 75"/>
                  <a:gd name="T5" fmla="*/ 230433 h 679"/>
                  <a:gd name="T6" fmla="*/ 26627 w 75"/>
                  <a:gd name="T7" fmla="*/ 13322 h 679"/>
                  <a:gd name="T8" fmla="*/ 26627 w 75"/>
                  <a:gd name="T9" fmla="*/ 13322 h 679"/>
                  <a:gd name="T10" fmla="*/ 13314 w 75"/>
                  <a:gd name="T11" fmla="*/ 0 h 679"/>
                  <a:gd name="T12" fmla="*/ 13314 w 75"/>
                  <a:gd name="T13" fmla="*/ 0 h 679"/>
                  <a:gd name="T14" fmla="*/ 0 w 75"/>
                  <a:gd name="T15" fmla="*/ 13322 h 679"/>
                  <a:gd name="T16" fmla="*/ 0 w 75"/>
                  <a:gd name="T17" fmla="*/ 230433 h 679"/>
                  <a:gd name="T18" fmla="*/ 0 w 75"/>
                  <a:gd name="T19" fmla="*/ 230433 h 679"/>
                  <a:gd name="T20" fmla="*/ 13314 w 75"/>
                  <a:gd name="T21" fmla="*/ 244115 h 6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679">
                    <a:moveTo>
                      <a:pt x="37" y="678"/>
                    </a:moveTo>
                    <a:lnTo>
                      <a:pt x="37" y="678"/>
                    </a:lnTo>
                    <a:cubicBezTo>
                      <a:pt x="58" y="678"/>
                      <a:pt x="74" y="661"/>
                      <a:pt x="74" y="640"/>
                    </a:cubicBezTo>
                    <a:lnTo>
                      <a:pt x="74" y="37"/>
                    </a:lnTo>
                    <a:cubicBezTo>
                      <a:pt x="74" y="16"/>
                      <a:pt x="58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lnTo>
                      <a:pt x="0" y="640"/>
                    </a:lnTo>
                    <a:cubicBezTo>
                      <a:pt x="0" y="661"/>
                      <a:pt x="16" y="678"/>
                      <a:pt x="37" y="67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Freeform 25">
                <a:extLst>
                  <a:ext uri="{FF2B5EF4-FFF2-40B4-BE49-F238E27FC236}">
                    <a16:creationId xmlns:a16="http://schemas.microsoft.com/office/drawing/2014/main" id="{8F087D30-8CA3-4D42-9929-316052A79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1700" y="4861081"/>
                <a:ext cx="63640" cy="464186"/>
              </a:xfrm>
              <a:custGeom>
                <a:avLst/>
                <a:gdLst>
                  <a:gd name="T0" fmla="*/ 0 w 76"/>
                  <a:gd name="T1" fmla="*/ 13340 h 546"/>
                  <a:gd name="T2" fmla="*/ 0 w 76"/>
                  <a:gd name="T3" fmla="*/ 183150 h 546"/>
                  <a:gd name="T4" fmla="*/ 0 w 76"/>
                  <a:gd name="T5" fmla="*/ 183150 h 546"/>
                  <a:gd name="T6" fmla="*/ 13494 w 76"/>
                  <a:gd name="T7" fmla="*/ 196489 h 546"/>
                  <a:gd name="T8" fmla="*/ 13494 w 76"/>
                  <a:gd name="T9" fmla="*/ 196489 h 546"/>
                  <a:gd name="T10" fmla="*/ 26633 w 76"/>
                  <a:gd name="T11" fmla="*/ 183150 h 546"/>
                  <a:gd name="T12" fmla="*/ 26633 w 76"/>
                  <a:gd name="T13" fmla="*/ 13340 h 546"/>
                  <a:gd name="T14" fmla="*/ 26633 w 76"/>
                  <a:gd name="T15" fmla="*/ 13340 h 546"/>
                  <a:gd name="T16" fmla="*/ 13494 w 76"/>
                  <a:gd name="T17" fmla="*/ 0 h 546"/>
                  <a:gd name="T18" fmla="*/ 13494 w 76"/>
                  <a:gd name="T19" fmla="*/ 0 h 546"/>
                  <a:gd name="T20" fmla="*/ 0 w 76"/>
                  <a:gd name="T21" fmla="*/ 13340 h 5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6" h="546">
                    <a:moveTo>
                      <a:pt x="0" y="37"/>
                    </a:moveTo>
                    <a:lnTo>
                      <a:pt x="0" y="508"/>
                    </a:lnTo>
                    <a:cubicBezTo>
                      <a:pt x="0" y="528"/>
                      <a:pt x="19" y="545"/>
                      <a:pt x="38" y="545"/>
                    </a:cubicBezTo>
                    <a:cubicBezTo>
                      <a:pt x="59" y="545"/>
                      <a:pt x="75" y="528"/>
                      <a:pt x="75" y="508"/>
                    </a:cubicBezTo>
                    <a:lnTo>
                      <a:pt x="75" y="37"/>
                    </a:lnTo>
                    <a:cubicBezTo>
                      <a:pt x="75" y="17"/>
                      <a:pt x="59" y="0"/>
                      <a:pt x="38" y="0"/>
                    </a:cubicBezTo>
                    <a:cubicBezTo>
                      <a:pt x="19" y="0"/>
                      <a:pt x="0" y="17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Freeform 26">
                <a:extLst>
                  <a:ext uri="{FF2B5EF4-FFF2-40B4-BE49-F238E27FC236}">
                    <a16:creationId xmlns:a16="http://schemas.microsoft.com/office/drawing/2014/main" id="{ADF380D7-393F-7D49-8D95-38394A5A7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9397" y="5029534"/>
                <a:ext cx="63640" cy="295732"/>
              </a:xfrm>
              <a:custGeom>
                <a:avLst/>
                <a:gdLst>
                  <a:gd name="T0" fmla="*/ 0 w 76"/>
                  <a:gd name="T1" fmla="*/ 13373 h 347"/>
                  <a:gd name="T2" fmla="*/ 0 w 76"/>
                  <a:gd name="T3" fmla="*/ 111679 h 347"/>
                  <a:gd name="T4" fmla="*/ 0 w 76"/>
                  <a:gd name="T5" fmla="*/ 111679 h 347"/>
                  <a:gd name="T6" fmla="*/ 13139 w 76"/>
                  <a:gd name="T7" fmla="*/ 125052 h 347"/>
                  <a:gd name="T8" fmla="*/ 13139 w 76"/>
                  <a:gd name="T9" fmla="*/ 125052 h 347"/>
                  <a:gd name="T10" fmla="*/ 26633 w 76"/>
                  <a:gd name="T11" fmla="*/ 111679 h 347"/>
                  <a:gd name="T12" fmla="*/ 26633 w 76"/>
                  <a:gd name="T13" fmla="*/ 13373 h 347"/>
                  <a:gd name="T14" fmla="*/ 26633 w 76"/>
                  <a:gd name="T15" fmla="*/ 13373 h 347"/>
                  <a:gd name="T16" fmla="*/ 13139 w 76"/>
                  <a:gd name="T17" fmla="*/ 0 h 347"/>
                  <a:gd name="T18" fmla="*/ 13139 w 76"/>
                  <a:gd name="T19" fmla="*/ 0 h 347"/>
                  <a:gd name="T20" fmla="*/ 0 w 76"/>
                  <a:gd name="T21" fmla="*/ 13373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6" h="347">
                    <a:moveTo>
                      <a:pt x="0" y="37"/>
                    </a:moveTo>
                    <a:lnTo>
                      <a:pt x="0" y="309"/>
                    </a:lnTo>
                    <a:cubicBezTo>
                      <a:pt x="0" y="329"/>
                      <a:pt x="17" y="346"/>
                      <a:pt x="37" y="346"/>
                    </a:cubicBezTo>
                    <a:cubicBezTo>
                      <a:pt x="57" y="346"/>
                      <a:pt x="75" y="329"/>
                      <a:pt x="75" y="309"/>
                    </a:cubicBezTo>
                    <a:lnTo>
                      <a:pt x="75" y="37"/>
                    </a:lnTo>
                    <a:cubicBezTo>
                      <a:pt x="75" y="16"/>
                      <a:pt x="5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Freeform 27">
                <a:extLst>
                  <a:ext uri="{FF2B5EF4-FFF2-40B4-BE49-F238E27FC236}">
                    <a16:creationId xmlns:a16="http://schemas.microsoft.com/office/drawing/2014/main" id="{34BA4EC4-564D-6D42-8571-D7F3AF87C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3352" y="5029534"/>
                <a:ext cx="63637" cy="295732"/>
              </a:xfrm>
              <a:custGeom>
                <a:avLst/>
                <a:gdLst>
                  <a:gd name="T0" fmla="*/ 0 w 75"/>
                  <a:gd name="T1" fmla="*/ 13373 h 347"/>
                  <a:gd name="T2" fmla="*/ 0 w 75"/>
                  <a:gd name="T3" fmla="*/ 111679 h 347"/>
                  <a:gd name="T4" fmla="*/ 0 w 75"/>
                  <a:gd name="T5" fmla="*/ 111679 h 347"/>
                  <a:gd name="T6" fmla="*/ 13314 w 75"/>
                  <a:gd name="T7" fmla="*/ 125052 h 347"/>
                  <a:gd name="T8" fmla="*/ 13314 w 75"/>
                  <a:gd name="T9" fmla="*/ 125052 h 347"/>
                  <a:gd name="T10" fmla="*/ 26627 w 75"/>
                  <a:gd name="T11" fmla="*/ 111679 h 347"/>
                  <a:gd name="T12" fmla="*/ 26627 w 75"/>
                  <a:gd name="T13" fmla="*/ 13373 h 347"/>
                  <a:gd name="T14" fmla="*/ 26627 w 75"/>
                  <a:gd name="T15" fmla="*/ 13373 h 347"/>
                  <a:gd name="T16" fmla="*/ 13314 w 75"/>
                  <a:gd name="T17" fmla="*/ 0 h 347"/>
                  <a:gd name="T18" fmla="*/ 13314 w 75"/>
                  <a:gd name="T19" fmla="*/ 0 h 347"/>
                  <a:gd name="T20" fmla="*/ 0 w 75"/>
                  <a:gd name="T21" fmla="*/ 13373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347">
                    <a:moveTo>
                      <a:pt x="0" y="37"/>
                    </a:moveTo>
                    <a:lnTo>
                      <a:pt x="0" y="309"/>
                    </a:lnTo>
                    <a:cubicBezTo>
                      <a:pt x="0" y="329"/>
                      <a:pt x="16" y="346"/>
                      <a:pt x="37" y="346"/>
                    </a:cubicBezTo>
                    <a:cubicBezTo>
                      <a:pt x="58" y="346"/>
                      <a:pt x="74" y="329"/>
                      <a:pt x="74" y="309"/>
                    </a:cubicBezTo>
                    <a:lnTo>
                      <a:pt x="74" y="37"/>
                    </a:lnTo>
                    <a:cubicBezTo>
                      <a:pt x="74" y="16"/>
                      <a:pt x="58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6" name="Freeform 28">
                <a:extLst>
                  <a:ext uri="{FF2B5EF4-FFF2-40B4-BE49-F238E27FC236}">
                    <a16:creationId xmlns:a16="http://schemas.microsoft.com/office/drawing/2014/main" id="{9BF7B57C-4668-7D41-9023-24DC0D20E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7305" y="4861081"/>
                <a:ext cx="63640" cy="464186"/>
              </a:xfrm>
              <a:custGeom>
                <a:avLst/>
                <a:gdLst>
                  <a:gd name="T0" fmla="*/ 0 w 75"/>
                  <a:gd name="T1" fmla="*/ 13340 h 546"/>
                  <a:gd name="T2" fmla="*/ 0 w 75"/>
                  <a:gd name="T3" fmla="*/ 183150 h 546"/>
                  <a:gd name="T4" fmla="*/ 0 w 75"/>
                  <a:gd name="T5" fmla="*/ 183150 h 546"/>
                  <a:gd name="T6" fmla="*/ 13314 w 75"/>
                  <a:gd name="T7" fmla="*/ 196489 h 546"/>
                  <a:gd name="T8" fmla="*/ 13314 w 75"/>
                  <a:gd name="T9" fmla="*/ 196489 h 546"/>
                  <a:gd name="T10" fmla="*/ 26628 w 75"/>
                  <a:gd name="T11" fmla="*/ 183150 h 546"/>
                  <a:gd name="T12" fmla="*/ 26628 w 75"/>
                  <a:gd name="T13" fmla="*/ 13340 h 546"/>
                  <a:gd name="T14" fmla="*/ 26628 w 75"/>
                  <a:gd name="T15" fmla="*/ 13340 h 546"/>
                  <a:gd name="T16" fmla="*/ 13314 w 75"/>
                  <a:gd name="T17" fmla="*/ 0 h 546"/>
                  <a:gd name="T18" fmla="*/ 13314 w 75"/>
                  <a:gd name="T19" fmla="*/ 0 h 546"/>
                  <a:gd name="T20" fmla="*/ 0 w 75"/>
                  <a:gd name="T21" fmla="*/ 13340 h 5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546">
                    <a:moveTo>
                      <a:pt x="0" y="37"/>
                    </a:moveTo>
                    <a:lnTo>
                      <a:pt x="0" y="508"/>
                    </a:lnTo>
                    <a:cubicBezTo>
                      <a:pt x="0" y="528"/>
                      <a:pt x="17" y="545"/>
                      <a:pt x="37" y="545"/>
                    </a:cubicBezTo>
                    <a:cubicBezTo>
                      <a:pt x="58" y="545"/>
                      <a:pt x="74" y="528"/>
                      <a:pt x="74" y="508"/>
                    </a:cubicBezTo>
                    <a:lnTo>
                      <a:pt x="74" y="37"/>
                    </a:lnTo>
                    <a:cubicBezTo>
                      <a:pt x="74" y="17"/>
                      <a:pt x="58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7" name="Freeform 29">
                <a:extLst>
                  <a:ext uri="{FF2B5EF4-FFF2-40B4-BE49-F238E27FC236}">
                    <a16:creationId xmlns:a16="http://schemas.microsoft.com/office/drawing/2014/main" id="{9A20C33B-B388-644B-9B2D-AF9951E5E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259" y="4947179"/>
                <a:ext cx="63637" cy="378088"/>
              </a:xfrm>
              <a:custGeom>
                <a:avLst/>
                <a:gdLst>
                  <a:gd name="T0" fmla="*/ 0 w 75"/>
                  <a:gd name="T1" fmla="*/ 13272 h 447"/>
                  <a:gd name="T2" fmla="*/ 0 w 75"/>
                  <a:gd name="T3" fmla="*/ 146707 h 447"/>
                  <a:gd name="T4" fmla="*/ 0 w 75"/>
                  <a:gd name="T5" fmla="*/ 146707 h 447"/>
                  <a:gd name="T6" fmla="*/ 13314 w 75"/>
                  <a:gd name="T7" fmla="*/ 159979 h 447"/>
                  <a:gd name="T8" fmla="*/ 13314 w 75"/>
                  <a:gd name="T9" fmla="*/ 159979 h 447"/>
                  <a:gd name="T10" fmla="*/ 26627 w 75"/>
                  <a:gd name="T11" fmla="*/ 146707 h 447"/>
                  <a:gd name="T12" fmla="*/ 26627 w 75"/>
                  <a:gd name="T13" fmla="*/ 13272 h 447"/>
                  <a:gd name="T14" fmla="*/ 26627 w 75"/>
                  <a:gd name="T15" fmla="*/ 13272 h 447"/>
                  <a:gd name="T16" fmla="*/ 13314 w 75"/>
                  <a:gd name="T17" fmla="*/ 0 h 447"/>
                  <a:gd name="T18" fmla="*/ 13314 w 75"/>
                  <a:gd name="T19" fmla="*/ 0 h 447"/>
                  <a:gd name="T20" fmla="*/ 0 w 75"/>
                  <a:gd name="T21" fmla="*/ 13272 h 4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447">
                    <a:moveTo>
                      <a:pt x="0" y="37"/>
                    </a:moveTo>
                    <a:lnTo>
                      <a:pt x="0" y="409"/>
                    </a:lnTo>
                    <a:cubicBezTo>
                      <a:pt x="0" y="429"/>
                      <a:pt x="16" y="446"/>
                      <a:pt x="37" y="446"/>
                    </a:cubicBezTo>
                    <a:cubicBezTo>
                      <a:pt x="57" y="446"/>
                      <a:pt x="74" y="429"/>
                      <a:pt x="74" y="409"/>
                    </a:cubicBezTo>
                    <a:lnTo>
                      <a:pt x="74" y="37"/>
                    </a:lnTo>
                    <a:cubicBezTo>
                      <a:pt x="74" y="17"/>
                      <a:pt x="5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64FBB528-9DC0-F846-88E3-77B384F43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212" y="5029534"/>
                <a:ext cx="63640" cy="295732"/>
              </a:xfrm>
              <a:custGeom>
                <a:avLst/>
                <a:gdLst>
                  <a:gd name="T0" fmla="*/ 0 w 75"/>
                  <a:gd name="T1" fmla="*/ 13373 h 347"/>
                  <a:gd name="T2" fmla="*/ 0 w 75"/>
                  <a:gd name="T3" fmla="*/ 111679 h 347"/>
                  <a:gd name="T4" fmla="*/ 0 w 75"/>
                  <a:gd name="T5" fmla="*/ 111679 h 347"/>
                  <a:gd name="T6" fmla="*/ 13314 w 75"/>
                  <a:gd name="T7" fmla="*/ 125052 h 347"/>
                  <a:gd name="T8" fmla="*/ 13314 w 75"/>
                  <a:gd name="T9" fmla="*/ 125052 h 347"/>
                  <a:gd name="T10" fmla="*/ 26628 w 75"/>
                  <a:gd name="T11" fmla="*/ 111679 h 347"/>
                  <a:gd name="T12" fmla="*/ 26628 w 75"/>
                  <a:gd name="T13" fmla="*/ 13373 h 347"/>
                  <a:gd name="T14" fmla="*/ 26628 w 75"/>
                  <a:gd name="T15" fmla="*/ 13373 h 347"/>
                  <a:gd name="T16" fmla="*/ 13314 w 75"/>
                  <a:gd name="T17" fmla="*/ 0 h 347"/>
                  <a:gd name="T18" fmla="*/ 13314 w 75"/>
                  <a:gd name="T19" fmla="*/ 0 h 347"/>
                  <a:gd name="T20" fmla="*/ 0 w 75"/>
                  <a:gd name="T21" fmla="*/ 13373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347">
                    <a:moveTo>
                      <a:pt x="0" y="37"/>
                    </a:moveTo>
                    <a:lnTo>
                      <a:pt x="0" y="309"/>
                    </a:lnTo>
                    <a:cubicBezTo>
                      <a:pt x="0" y="329"/>
                      <a:pt x="16" y="346"/>
                      <a:pt x="37" y="346"/>
                    </a:cubicBezTo>
                    <a:cubicBezTo>
                      <a:pt x="57" y="346"/>
                      <a:pt x="74" y="329"/>
                      <a:pt x="74" y="309"/>
                    </a:cubicBezTo>
                    <a:lnTo>
                      <a:pt x="74" y="37"/>
                    </a:lnTo>
                    <a:cubicBezTo>
                      <a:pt x="74" y="16"/>
                      <a:pt x="5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69" name="Freeform 31">
                <a:extLst>
                  <a:ext uri="{FF2B5EF4-FFF2-40B4-BE49-F238E27FC236}">
                    <a16:creationId xmlns:a16="http://schemas.microsoft.com/office/drawing/2014/main" id="{CA182EBE-3972-B845-8D49-4B2AD450F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9166" y="5029534"/>
                <a:ext cx="63637" cy="295732"/>
              </a:xfrm>
              <a:custGeom>
                <a:avLst/>
                <a:gdLst>
                  <a:gd name="T0" fmla="*/ 13138 w 76"/>
                  <a:gd name="T1" fmla="*/ 125052 h 347"/>
                  <a:gd name="T2" fmla="*/ 13138 w 76"/>
                  <a:gd name="T3" fmla="*/ 125052 h 347"/>
                  <a:gd name="T4" fmla="*/ 26632 w 76"/>
                  <a:gd name="T5" fmla="*/ 111318 h 347"/>
                  <a:gd name="T6" fmla="*/ 26632 w 76"/>
                  <a:gd name="T7" fmla="*/ 13373 h 347"/>
                  <a:gd name="T8" fmla="*/ 26632 w 76"/>
                  <a:gd name="T9" fmla="*/ 13373 h 347"/>
                  <a:gd name="T10" fmla="*/ 13138 w 76"/>
                  <a:gd name="T11" fmla="*/ 0 h 347"/>
                  <a:gd name="T12" fmla="*/ 13138 w 76"/>
                  <a:gd name="T13" fmla="*/ 0 h 347"/>
                  <a:gd name="T14" fmla="*/ 0 w 76"/>
                  <a:gd name="T15" fmla="*/ 13373 h 347"/>
                  <a:gd name="T16" fmla="*/ 0 w 76"/>
                  <a:gd name="T17" fmla="*/ 111318 h 347"/>
                  <a:gd name="T18" fmla="*/ 0 w 76"/>
                  <a:gd name="T19" fmla="*/ 111318 h 347"/>
                  <a:gd name="T20" fmla="*/ 13138 w 76"/>
                  <a:gd name="T21" fmla="*/ 125052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6" h="347">
                    <a:moveTo>
                      <a:pt x="37" y="346"/>
                    </a:moveTo>
                    <a:lnTo>
                      <a:pt x="37" y="346"/>
                    </a:lnTo>
                    <a:cubicBezTo>
                      <a:pt x="58" y="346"/>
                      <a:pt x="75" y="329"/>
                      <a:pt x="75" y="308"/>
                    </a:cubicBezTo>
                    <a:lnTo>
                      <a:pt x="75" y="37"/>
                    </a:lnTo>
                    <a:cubicBezTo>
                      <a:pt x="75" y="16"/>
                      <a:pt x="58" y="0"/>
                      <a:pt x="37" y="0"/>
                    </a:cubicBezTo>
                    <a:cubicBezTo>
                      <a:pt x="18" y="0"/>
                      <a:pt x="0" y="16"/>
                      <a:pt x="0" y="37"/>
                    </a:cubicBezTo>
                    <a:lnTo>
                      <a:pt x="0" y="308"/>
                    </a:lnTo>
                    <a:cubicBezTo>
                      <a:pt x="0" y="329"/>
                      <a:pt x="18" y="346"/>
                      <a:pt x="37" y="34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70" name="Freeform 32">
                <a:extLst>
                  <a:ext uri="{FF2B5EF4-FFF2-40B4-BE49-F238E27FC236}">
                    <a16:creationId xmlns:a16="http://schemas.microsoft.com/office/drawing/2014/main" id="{1AFD335F-A0EB-3A4E-B423-C1011ACCF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1522" y="4370690"/>
                <a:ext cx="658844" cy="479159"/>
              </a:xfrm>
              <a:custGeom>
                <a:avLst/>
                <a:gdLst>
                  <a:gd name="T0" fmla="*/ 229353 w 776"/>
                  <a:gd name="T1" fmla="*/ 117396 h 566"/>
                  <a:gd name="T2" fmla="*/ 222872 w 776"/>
                  <a:gd name="T3" fmla="*/ 120628 h 566"/>
                  <a:gd name="T4" fmla="*/ 220352 w 776"/>
                  <a:gd name="T5" fmla="*/ 118114 h 566"/>
                  <a:gd name="T6" fmla="*/ 219631 w 776"/>
                  <a:gd name="T7" fmla="*/ 114165 h 566"/>
                  <a:gd name="T8" fmla="*/ 213871 w 776"/>
                  <a:gd name="T9" fmla="*/ 91907 h 566"/>
                  <a:gd name="T10" fmla="*/ 190467 w 776"/>
                  <a:gd name="T11" fmla="*/ 89753 h 566"/>
                  <a:gd name="T12" fmla="*/ 38526 w 776"/>
                  <a:gd name="T13" fmla="*/ 175197 h 566"/>
                  <a:gd name="T14" fmla="*/ 28804 w 776"/>
                  <a:gd name="T15" fmla="*/ 172684 h 566"/>
                  <a:gd name="T16" fmla="*/ 27724 w 776"/>
                  <a:gd name="T17" fmla="*/ 167658 h 566"/>
                  <a:gd name="T18" fmla="*/ 183626 w 776"/>
                  <a:gd name="T19" fmla="*/ 77187 h 566"/>
                  <a:gd name="T20" fmla="*/ 193708 w 776"/>
                  <a:gd name="T21" fmla="*/ 56365 h 566"/>
                  <a:gd name="T22" fmla="*/ 177505 w 776"/>
                  <a:gd name="T23" fmla="*/ 39491 h 566"/>
                  <a:gd name="T24" fmla="*/ 173905 w 776"/>
                  <a:gd name="T25" fmla="*/ 36978 h 566"/>
                  <a:gd name="T26" fmla="*/ 173185 w 776"/>
                  <a:gd name="T27" fmla="*/ 33388 h 566"/>
                  <a:gd name="T28" fmla="*/ 173185 w 776"/>
                  <a:gd name="T29" fmla="*/ 33388 h 566"/>
                  <a:gd name="T30" fmla="*/ 244115 w 776"/>
                  <a:gd name="T31" fmla="*/ 44158 h 566"/>
                  <a:gd name="T32" fmla="*/ 249516 w 776"/>
                  <a:gd name="T33" fmla="*/ 47748 h 566"/>
                  <a:gd name="T34" fmla="*/ 249876 w 776"/>
                  <a:gd name="T35" fmla="*/ 54211 h 566"/>
                  <a:gd name="T36" fmla="*/ 272919 w 776"/>
                  <a:gd name="T37" fmla="*/ 35183 h 566"/>
                  <a:gd name="T38" fmla="*/ 185066 w 776"/>
                  <a:gd name="T39" fmla="*/ 3590 h 566"/>
                  <a:gd name="T40" fmla="*/ 147261 w 776"/>
                  <a:gd name="T41" fmla="*/ 27644 h 566"/>
                  <a:gd name="T42" fmla="*/ 151582 w 776"/>
                  <a:gd name="T43" fmla="*/ 51339 h 566"/>
                  <a:gd name="T44" fmla="*/ 159503 w 776"/>
                  <a:gd name="T45" fmla="*/ 59955 h 566"/>
                  <a:gd name="T46" fmla="*/ 18363 w 776"/>
                  <a:gd name="T47" fmla="*/ 140014 h 566"/>
                  <a:gd name="T48" fmla="*/ 2160 w 776"/>
                  <a:gd name="T49" fmla="*/ 160478 h 566"/>
                  <a:gd name="T50" fmla="*/ 5401 w 776"/>
                  <a:gd name="T51" fmla="*/ 185967 h 566"/>
                  <a:gd name="T52" fmla="*/ 25564 w 776"/>
                  <a:gd name="T53" fmla="*/ 201764 h 566"/>
                  <a:gd name="T54" fmla="*/ 34565 w 776"/>
                  <a:gd name="T55" fmla="*/ 202841 h 566"/>
                  <a:gd name="T56" fmla="*/ 192988 w 776"/>
                  <a:gd name="T57" fmla="*/ 118833 h 566"/>
                  <a:gd name="T58" fmla="*/ 196228 w 776"/>
                  <a:gd name="T59" fmla="*/ 130321 h 566"/>
                  <a:gd name="T60" fmla="*/ 214951 w 776"/>
                  <a:gd name="T61" fmla="*/ 146117 h 566"/>
                  <a:gd name="T62" fmla="*/ 254916 w 776"/>
                  <a:gd name="T63" fmla="*/ 126013 h 566"/>
                  <a:gd name="T64" fmla="*/ 275799 w 776"/>
                  <a:gd name="T65" fmla="*/ 62827 h 5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76" h="566">
                    <a:moveTo>
                      <a:pt x="694" y="151"/>
                    </a:moveTo>
                    <a:lnTo>
                      <a:pt x="637" y="327"/>
                    </a:lnTo>
                    <a:cubicBezTo>
                      <a:pt x="634" y="334"/>
                      <a:pt x="627" y="339"/>
                      <a:pt x="619" y="336"/>
                    </a:cubicBezTo>
                    <a:cubicBezTo>
                      <a:pt x="615" y="334"/>
                      <a:pt x="612" y="331"/>
                      <a:pt x="612" y="329"/>
                    </a:cubicBezTo>
                    <a:cubicBezTo>
                      <a:pt x="610" y="327"/>
                      <a:pt x="608" y="322"/>
                      <a:pt x="610" y="318"/>
                    </a:cubicBezTo>
                    <a:cubicBezTo>
                      <a:pt x="619" y="294"/>
                      <a:pt x="612" y="271"/>
                      <a:pt x="594" y="256"/>
                    </a:cubicBezTo>
                    <a:cubicBezTo>
                      <a:pt x="575" y="240"/>
                      <a:pt x="550" y="238"/>
                      <a:pt x="529" y="250"/>
                    </a:cubicBezTo>
                    <a:lnTo>
                      <a:pt x="107" y="488"/>
                    </a:lnTo>
                    <a:cubicBezTo>
                      <a:pt x="98" y="495"/>
                      <a:pt x="84" y="492"/>
                      <a:pt x="80" y="481"/>
                    </a:cubicBezTo>
                    <a:cubicBezTo>
                      <a:pt x="77" y="476"/>
                      <a:pt x="76" y="472"/>
                      <a:pt x="77" y="467"/>
                    </a:cubicBezTo>
                    <a:cubicBezTo>
                      <a:pt x="79" y="462"/>
                      <a:pt x="83" y="457"/>
                      <a:pt x="87" y="455"/>
                    </a:cubicBezTo>
                    <a:lnTo>
                      <a:pt x="510" y="215"/>
                    </a:lnTo>
                    <a:cubicBezTo>
                      <a:pt x="530" y="203"/>
                      <a:pt x="542" y="180"/>
                      <a:pt x="538" y="157"/>
                    </a:cubicBezTo>
                    <a:cubicBezTo>
                      <a:pt x="534" y="133"/>
                      <a:pt x="517" y="114"/>
                      <a:pt x="493" y="110"/>
                    </a:cubicBezTo>
                    <a:cubicBezTo>
                      <a:pt x="487" y="110"/>
                      <a:pt x="485" y="105"/>
                      <a:pt x="483" y="103"/>
                    </a:cubicBezTo>
                    <a:cubicBezTo>
                      <a:pt x="483" y="102"/>
                      <a:pt x="480" y="98"/>
                      <a:pt x="481" y="93"/>
                    </a:cubicBezTo>
                    <a:cubicBezTo>
                      <a:pt x="483" y="87"/>
                      <a:pt x="489" y="82"/>
                      <a:pt x="495" y="82"/>
                    </a:cubicBezTo>
                    <a:lnTo>
                      <a:pt x="678" y="123"/>
                    </a:lnTo>
                    <a:cubicBezTo>
                      <a:pt x="687" y="124"/>
                      <a:pt x="692" y="130"/>
                      <a:pt x="693" y="133"/>
                    </a:cubicBezTo>
                    <a:cubicBezTo>
                      <a:pt x="694" y="136"/>
                      <a:pt x="697" y="143"/>
                      <a:pt x="694" y="151"/>
                    </a:cubicBezTo>
                    <a:close/>
                    <a:moveTo>
                      <a:pt x="758" y="98"/>
                    </a:moveTo>
                    <a:lnTo>
                      <a:pt x="758" y="98"/>
                    </a:lnTo>
                    <a:cubicBezTo>
                      <a:pt x="745" y="73"/>
                      <a:pt x="721" y="56"/>
                      <a:pt x="694" y="50"/>
                    </a:cubicBezTo>
                    <a:lnTo>
                      <a:pt x="514" y="10"/>
                    </a:lnTo>
                    <a:cubicBezTo>
                      <a:pt x="466" y="0"/>
                      <a:pt x="421" y="29"/>
                      <a:pt x="409" y="77"/>
                    </a:cubicBezTo>
                    <a:cubicBezTo>
                      <a:pt x="404" y="99"/>
                      <a:pt x="408" y="124"/>
                      <a:pt x="421" y="143"/>
                    </a:cubicBezTo>
                    <a:cubicBezTo>
                      <a:pt x="426" y="152"/>
                      <a:pt x="434" y="161"/>
                      <a:pt x="443" y="167"/>
                    </a:cubicBezTo>
                    <a:lnTo>
                      <a:pt x="51" y="390"/>
                    </a:lnTo>
                    <a:cubicBezTo>
                      <a:pt x="28" y="403"/>
                      <a:pt x="14" y="422"/>
                      <a:pt x="6" y="447"/>
                    </a:cubicBezTo>
                    <a:cubicBezTo>
                      <a:pt x="0" y="471"/>
                      <a:pt x="3" y="496"/>
                      <a:pt x="15" y="518"/>
                    </a:cubicBezTo>
                    <a:cubicBezTo>
                      <a:pt x="27" y="541"/>
                      <a:pt x="47" y="555"/>
                      <a:pt x="71" y="562"/>
                    </a:cubicBezTo>
                    <a:cubicBezTo>
                      <a:pt x="80" y="565"/>
                      <a:pt x="89" y="565"/>
                      <a:pt x="96" y="565"/>
                    </a:cubicBezTo>
                    <a:cubicBezTo>
                      <a:pt x="112" y="565"/>
                      <a:pt x="129" y="562"/>
                      <a:pt x="144" y="554"/>
                    </a:cubicBezTo>
                    <a:lnTo>
                      <a:pt x="536" y="331"/>
                    </a:lnTo>
                    <a:cubicBezTo>
                      <a:pt x="536" y="342"/>
                      <a:pt x="539" y="352"/>
                      <a:pt x="545" y="363"/>
                    </a:cubicBezTo>
                    <a:cubicBezTo>
                      <a:pt x="555" y="383"/>
                      <a:pt x="573" y="399"/>
                      <a:pt x="597" y="407"/>
                    </a:cubicBezTo>
                    <a:cubicBezTo>
                      <a:pt x="643" y="422"/>
                      <a:pt x="692" y="397"/>
                      <a:pt x="708" y="351"/>
                    </a:cubicBezTo>
                    <a:lnTo>
                      <a:pt x="766" y="175"/>
                    </a:lnTo>
                    <a:cubicBezTo>
                      <a:pt x="775" y="150"/>
                      <a:pt x="771" y="121"/>
                      <a:pt x="75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99F83B-C7BD-B04A-95A0-7B2E8B86F0AE}"/>
              </a:ext>
            </a:extLst>
          </p:cNvPr>
          <p:cNvGrpSpPr/>
          <p:nvPr/>
        </p:nvGrpSpPr>
        <p:grpSpPr>
          <a:xfrm>
            <a:off x="8449492" y="3181199"/>
            <a:ext cx="806002" cy="806002"/>
            <a:chOff x="8318323" y="6711236"/>
            <a:chExt cx="2519748" cy="251974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391D326-7583-7F44-9DD4-039DAB90BA94}"/>
                </a:ext>
              </a:extLst>
            </p:cNvPr>
            <p:cNvSpPr/>
            <p:nvPr/>
          </p:nvSpPr>
          <p:spPr>
            <a:xfrm>
              <a:off x="8318323" y="6711236"/>
              <a:ext cx="2519748" cy="251974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BEF6893-2DC5-5144-9DF2-139B535275A5}"/>
                </a:ext>
              </a:extLst>
            </p:cNvPr>
            <p:cNvGrpSpPr/>
            <p:nvPr/>
          </p:nvGrpSpPr>
          <p:grpSpPr>
            <a:xfrm>
              <a:off x="8962692" y="7407364"/>
              <a:ext cx="1231008" cy="1149792"/>
              <a:chOff x="8657130" y="2323034"/>
              <a:chExt cx="1078109" cy="1006982"/>
            </a:xfrm>
            <a:solidFill>
              <a:schemeClr val="bg1"/>
            </a:solidFill>
          </p:grpSpPr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457A814F-B68D-1346-B1DF-99AA294A3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7130" y="2323034"/>
                <a:ext cx="1078109" cy="1006982"/>
              </a:xfrm>
              <a:custGeom>
                <a:avLst/>
                <a:gdLst>
                  <a:gd name="T0" fmla="*/ 228239 w 1268"/>
                  <a:gd name="T1" fmla="*/ 347237 h 1188"/>
                  <a:gd name="T2" fmla="*/ 228239 w 1268"/>
                  <a:gd name="T3" fmla="*/ 347237 h 1188"/>
                  <a:gd name="T4" fmla="*/ 198673 w 1268"/>
                  <a:gd name="T5" fmla="*/ 345440 h 1188"/>
                  <a:gd name="T6" fmla="*/ 198673 w 1268"/>
                  <a:gd name="T7" fmla="*/ 345440 h 1188"/>
                  <a:gd name="T8" fmla="*/ 183890 w 1268"/>
                  <a:gd name="T9" fmla="*/ 350832 h 1188"/>
                  <a:gd name="T10" fmla="*/ 183890 w 1268"/>
                  <a:gd name="T11" fmla="*/ 350832 h 1188"/>
                  <a:gd name="T12" fmla="*/ 119709 w 1268"/>
                  <a:gd name="T13" fmla="*/ 389294 h 1188"/>
                  <a:gd name="T14" fmla="*/ 119709 w 1268"/>
                  <a:gd name="T15" fmla="*/ 389294 h 1188"/>
                  <a:gd name="T16" fmla="*/ 72835 w 1268"/>
                  <a:gd name="T17" fmla="*/ 398280 h 1188"/>
                  <a:gd name="T18" fmla="*/ 72835 w 1268"/>
                  <a:gd name="T19" fmla="*/ 398280 h 1188"/>
                  <a:gd name="T20" fmla="*/ 90503 w 1268"/>
                  <a:gd name="T21" fmla="*/ 380307 h 1188"/>
                  <a:gd name="T22" fmla="*/ 90503 w 1268"/>
                  <a:gd name="T23" fmla="*/ 380307 h 1188"/>
                  <a:gd name="T24" fmla="*/ 107449 w 1268"/>
                  <a:gd name="T25" fmla="*/ 333937 h 1188"/>
                  <a:gd name="T26" fmla="*/ 107449 w 1268"/>
                  <a:gd name="T27" fmla="*/ 333937 h 1188"/>
                  <a:gd name="T28" fmla="*/ 106368 w 1268"/>
                  <a:gd name="T29" fmla="*/ 322435 h 1188"/>
                  <a:gd name="T30" fmla="*/ 106368 w 1268"/>
                  <a:gd name="T31" fmla="*/ 322435 h 1188"/>
                  <a:gd name="T32" fmla="*/ 98796 w 1268"/>
                  <a:gd name="T33" fmla="*/ 309494 h 1188"/>
                  <a:gd name="T34" fmla="*/ 98796 w 1268"/>
                  <a:gd name="T35" fmla="*/ 309494 h 1188"/>
                  <a:gd name="T36" fmla="*/ 26682 w 1268"/>
                  <a:gd name="T37" fmla="*/ 186559 h 1188"/>
                  <a:gd name="T38" fmla="*/ 26682 w 1268"/>
                  <a:gd name="T39" fmla="*/ 186559 h 1188"/>
                  <a:gd name="T40" fmla="*/ 228239 w 1268"/>
                  <a:gd name="T41" fmla="*/ 26600 h 1188"/>
                  <a:gd name="T42" fmla="*/ 228239 w 1268"/>
                  <a:gd name="T43" fmla="*/ 26600 h 1188"/>
                  <a:gd name="T44" fmla="*/ 429797 w 1268"/>
                  <a:gd name="T45" fmla="*/ 186559 h 1188"/>
                  <a:gd name="T46" fmla="*/ 429797 w 1268"/>
                  <a:gd name="T47" fmla="*/ 186559 h 1188"/>
                  <a:gd name="T48" fmla="*/ 228239 w 1268"/>
                  <a:gd name="T49" fmla="*/ 347237 h 1188"/>
                  <a:gd name="T50" fmla="*/ 388692 w 1268"/>
                  <a:gd name="T51" fmla="*/ 53559 h 1188"/>
                  <a:gd name="T52" fmla="*/ 388692 w 1268"/>
                  <a:gd name="T53" fmla="*/ 53559 h 1188"/>
                  <a:gd name="T54" fmla="*/ 228239 w 1268"/>
                  <a:gd name="T55" fmla="*/ 0 h 1188"/>
                  <a:gd name="T56" fmla="*/ 228239 w 1268"/>
                  <a:gd name="T57" fmla="*/ 0 h 1188"/>
                  <a:gd name="T58" fmla="*/ 67787 w 1268"/>
                  <a:gd name="T59" fmla="*/ 53559 h 1188"/>
                  <a:gd name="T60" fmla="*/ 67787 w 1268"/>
                  <a:gd name="T61" fmla="*/ 53559 h 1188"/>
                  <a:gd name="T62" fmla="*/ 0 w 1268"/>
                  <a:gd name="T63" fmla="*/ 186559 h 1188"/>
                  <a:gd name="T64" fmla="*/ 0 w 1268"/>
                  <a:gd name="T65" fmla="*/ 186559 h 1188"/>
                  <a:gd name="T66" fmla="*/ 80046 w 1268"/>
                  <a:gd name="T67" fmla="*/ 329264 h 1188"/>
                  <a:gd name="T68" fmla="*/ 80046 w 1268"/>
                  <a:gd name="T69" fmla="*/ 329264 h 1188"/>
                  <a:gd name="T70" fmla="*/ 80407 w 1268"/>
                  <a:gd name="T71" fmla="*/ 333937 h 1188"/>
                  <a:gd name="T72" fmla="*/ 80407 w 1268"/>
                  <a:gd name="T73" fmla="*/ 333937 h 1188"/>
                  <a:gd name="T74" fmla="*/ 38941 w 1268"/>
                  <a:gd name="T75" fmla="*/ 388934 h 1188"/>
                  <a:gd name="T76" fmla="*/ 38941 w 1268"/>
                  <a:gd name="T77" fmla="*/ 388934 h 1188"/>
                  <a:gd name="T78" fmla="*/ 28485 w 1268"/>
                  <a:gd name="T79" fmla="*/ 406548 h 1188"/>
                  <a:gd name="T80" fmla="*/ 28485 w 1268"/>
                  <a:gd name="T81" fmla="*/ 406548 h 1188"/>
                  <a:gd name="T82" fmla="*/ 34615 w 1268"/>
                  <a:gd name="T83" fmla="*/ 421286 h 1188"/>
                  <a:gd name="T84" fmla="*/ 34615 w 1268"/>
                  <a:gd name="T85" fmla="*/ 421286 h 1188"/>
                  <a:gd name="T86" fmla="*/ 48677 w 1268"/>
                  <a:gd name="T87" fmla="*/ 426678 h 1188"/>
                  <a:gd name="T88" fmla="*/ 48677 w 1268"/>
                  <a:gd name="T89" fmla="*/ 426678 h 1188"/>
                  <a:gd name="T90" fmla="*/ 49758 w 1268"/>
                  <a:gd name="T91" fmla="*/ 426678 h 1188"/>
                  <a:gd name="T92" fmla="*/ 49758 w 1268"/>
                  <a:gd name="T93" fmla="*/ 426678 h 1188"/>
                  <a:gd name="T94" fmla="*/ 199755 w 1268"/>
                  <a:gd name="T95" fmla="*/ 372399 h 1188"/>
                  <a:gd name="T96" fmla="*/ 199755 w 1268"/>
                  <a:gd name="T97" fmla="*/ 372399 h 1188"/>
                  <a:gd name="T98" fmla="*/ 228239 w 1268"/>
                  <a:gd name="T99" fmla="*/ 374197 h 1188"/>
                  <a:gd name="T100" fmla="*/ 228239 w 1268"/>
                  <a:gd name="T101" fmla="*/ 374197 h 1188"/>
                  <a:gd name="T102" fmla="*/ 388692 w 1268"/>
                  <a:gd name="T103" fmla="*/ 320278 h 1188"/>
                  <a:gd name="T104" fmla="*/ 388692 w 1268"/>
                  <a:gd name="T105" fmla="*/ 320278 h 1188"/>
                  <a:gd name="T106" fmla="*/ 456839 w 1268"/>
                  <a:gd name="T107" fmla="*/ 186559 h 1188"/>
                  <a:gd name="T108" fmla="*/ 456839 w 1268"/>
                  <a:gd name="T109" fmla="*/ 186559 h 1188"/>
                  <a:gd name="T110" fmla="*/ 388692 w 1268"/>
                  <a:gd name="T111" fmla="*/ 53559 h 118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1268" h="1188">
                    <a:moveTo>
                      <a:pt x="633" y="966"/>
                    </a:moveTo>
                    <a:lnTo>
                      <a:pt x="633" y="966"/>
                    </a:lnTo>
                    <a:cubicBezTo>
                      <a:pt x="606" y="966"/>
                      <a:pt x="577" y="965"/>
                      <a:pt x="551" y="961"/>
                    </a:cubicBezTo>
                    <a:cubicBezTo>
                      <a:pt x="535" y="959"/>
                      <a:pt x="522" y="965"/>
                      <a:pt x="510" y="976"/>
                    </a:cubicBezTo>
                    <a:cubicBezTo>
                      <a:pt x="458" y="1026"/>
                      <a:pt x="400" y="1062"/>
                      <a:pt x="332" y="1083"/>
                    </a:cubicBezTo>
                    <a:cubicBezTo>
                      <a:pt x="293" y="1095"/>
                      <a:pt x="251" y="1104"/>
                      <a:pt x="202" y="1108"/>
                    </a:cubicBezTo>
                    <a:cubicBezTo>
                      <a:pt x="221" y="1094"/>
                      <a:pt x="237" y="1076"/>
                      <a:pt x="251" y="1058"/>
                    </a:cubicBezTo>
                    <a:cubicBezTo>
                      <a:pt x="282" y="1018"/>
                      <a:pt x="298" y="974"/>
                      <a:pt x="298" y="929"/>
                    </a:cubicBezTo>
                    <a:cubicBezTo>
                      <a:pt x="298" y="917"/>
                      <a:pt x="296" y="907"/>
                      <a:pt x="295" y="897"/>
                    </a:cubicBezTo>
                    <a:cubicBezTo>
                      <a:pt x="293" y="882"/>
                      <a:pt x="286" y="870"/>
                      <a:pt x="274" y="861"/>
                    </a:cubicBezTo>
                    <a:cubicBezTo>
                      <a:pt x="146" y="777"/>
                      <a:pt x="74" y="651"/>
                      <a:pt x="74" y="519"/>
                    </a:cubicBezTo>
                    <a:cubicBezTo>
                      <a:pt x="74" y="273"/>
                      <a:pt x="324" y="74"/>
                      <a:pt x="633" y="74"/>
                    </a:cubicBezTo>
                    <a:cubicBezTo>
                      <a:pt x="942" y="74"/>
                      <a:pt x="1192" y="273"/>
                      <a:pt x="1192" y="519"/>
                    </a:cubicBezTo>
                    <a:cubicBezTo>
                      <a:pt x="1192" y="766"/>
                      <a:pt x="942" y="966"/>
                      <a:pt x="633" y="966"/>
                    </a:cubicBezTo>
                    <a:close/>
                    <a:moveTo>
                      <a:pt x="1078" y="149"/>
                    </a:moveTo>
                    <a:lnTo>
                      <a:pt x="1078" y="149"/>
                    </a:lnTo>
                    <a:cubicBezTo>
                      <a:pt x="958" y="53"/>
                      <a:pt x="801" y="0"/>
                      <a:pt x="633" y="0"/>
                    </a:cubicBezTo>
                    <a:cubicBezTo>
                      <a:pt x="465" y="0"/>
                      <a:pt x="307" y="53"/>
                      <a:pt x="188" y="149"/>
                    </a:cubicBezTo>
                    <a:cubicBezTo>
                      <a:pt x="67" y="248"/>
                      <a:pt x="0" y="380"/>
                      <a:pt x="0" y="519"/>
                    </a:cubicBezTo>
                    <a:cubicBezTo>
                      <a:pt x="0" y="673"/>
                      <a:pt x="80" y="817"/>
                      <a:pt x="222" y="916"/>
                    </a:cubicBezTo>
                    <a:cubicBezTo>
                      <a:pt x="223" y="920"/>
                      <a:pt x="223" y="925"/>
                      <a:pt x="223" y="929"/>
                    </a:cubicBezTo>
                    <a:cubicBezTo>
                      <a:pt x="223" y="974"/>
                      <a:pt x="193" y="1038"/>
                      <a:pt x="108" y="1082"/>
                    </a:cubicBezTo>
                    <a:cubicBezTo>
                      <a:pt x="91" y="1092"/>
                      <a:pt x="79" y="1110"/>
                      <a:pt x="79" y="1131"/>
                    </a:cubicBezTo>
                    <a:cubicBezTo>
                      <a:pt x="79" y="1147"/>
                      <a:pt x="85" y="1162"/>
                      <a:pt x="96" y="1172"/>
                    </a:cubicBezTo>
                    <a:cubicBezTo>
                      <a:pt x="107" y="1183"/>
                      <a:pt x="120" y="1187"/>
                      <a:pt x="135" y="1187"/>
                    </a:cubicBezTo>
                    <a:cubicBezTo>
                      <a:pt x="137" y="1187"/>
                      <a:pt x="137" y="1187"/>
                      <a:pt x="138" y="1187"/>
                    </a:cubicBezTo>
                    <a:cubicBezTo>
                      <a:pt x="268" y="1183"/>
                      <a:pt x="419" y="1160"/>
                      <a:pt x="554" y="1036"/>
                    </a:cubicBezTo>
                    <a:cubicBezTo>
                      <a:pt x="579" y="1039"/>
                      <a:pt x="606" y="1041"/>
                      <a:pt x="633" y="1041"/>
                    </a:cubicBezTo>
                    <a:cubicBezTo>
                      <a:pt x="801" y="1041"/>
                      <a:pt x="959" y="987"/>
                      <a:pt x="1078" y="891"/>
                    </a:cubicBezTo>
                    <a:cubicBezTo>
                      <a:pt x="1199" y="792"/>
                      <a:pt x="1267" y="660"/>
                      <a:pt x="1267" y="519"/>
                    </a:cubicBezTo>
                    <a:cubicBezTo>
                      <a:pt x="1267" y="380"/>
                      <a:pt x="1199" y="248"/>
                      <a:pt x="1078" y="14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91B99830-4D94-7047-95C2-CFA689004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77993" y="2629995"/>
                <a:ext cx="640126" cy="325677"/>
              </a:xfrm>
              <a:custGeom>
                <a:avLst/>
                <a:gdLst>
                  <a:gd name="T0" fmla="*/ 228144 w 752"/>
                  <a:gd name="T1" fmla="*/ 111067 h 383"/>
                  <a:gd name="T2" fmla="*/ 244388 w 752"/>
                  <a:gd name="T3" fmla="*/ 95200 h 383"/>
                  <a:gd name="T4" fmla="*/ 109740 w 752"/>
                  <a:gd name="T5" fmla="*/ 111067 h 383"/>
                  <a:gd name="T6" fmla="*/ 93857 w 752"/>
                  <a:gd name="T7" fmla="*/ 95200 h 383"/>
                  <a:gd name="T8" fmla="*/ 109740 w 752"/>
                  <a:gd name="T9" fmla="*/ 111067 h 383"/>
                  <a:gd name="T10" fmla="*/ 42596 w 752"/>
                  <a:gd name="T11" fmla="*/ 27406 h 383"/>
                  <a:gd name="T12" fmla="*/ 26352 w 752"/>
                  <a:gd name="T13" fmla="*/ 42912 h 383"/>
                  <a:gd name="T14" fmla="*/ 162083 w 752"/>
                  <a:gd name="T15" fmla="*/ 27406 h 383"/>
                  <a:gd name="T16" fmla="*/ 177244 w 752"/>
                  <a:gd name="T17" fmla="*/ 42912 h 383"/>
                  <a:gd name="T18" fmla="*/ 162083 w 752"/>
                  <a:gd name="T19" fmla="*/ 27406 h 383"/>
                  <a:gd name="T20" fmla="*/ 225617 w 752"/>
                  <a:gd name="T21" fmla="*/ 68515 h 383"/>
                  <a:gd name="T22" fmla="*/ 221285 w 752"/>
                  <a:gd name="T23" fmla="*/ 68515 h 383"/>
                  <a:gd name="T24" fmla="*/ 203597 w 752"/>
                  <a:gd name="T25" fmla="*/ 50845 h 383"/>
                  <a:gd name="T26" fmla="*/ 204679 w 752"/>
                  <a:gd name="T27" fmla="*/ 24882 h 383"/>
                  <a:gd name="T28" fmla="*/ 180132 w 752"/>
                  <a:gd name="T29" fmla="*/ 0 h 383"/>
                  <a:gd name="T30" fmla="*/ 159195 w 752"/>
                  <a:gd name="T31" fmla="*/ 0 h 383"/>
                  <a:gd name="T32" fmla="*/ 135009 w 752"/>
                  <a:gd name="T33" fmla="*/ 45436 h 383"/>
                  <a:gd name="T34" fmla="*/ 135731 w 752"/>
                  <a:gd name="T35" fmla="*/ 51206 h 383"/>
                  <a:gd name="T36" fmla="*/ 118043 w 752"/>
                  <a:gd name="T37" fmla="*/ 68876 h 383"/>
                  <a:gd name="T38" fmla="*/ 91330 w 752"/>
                  <a:gd name="T39" fmla="*/ 68515 h 383"/>
                  <a:gd name="T40" fmla="*/ 86637 w 752"/>
                  <a:gd name="T41" fmla="*/ 68876 h 383"/>
                  <a:gd name="T42" fmla="*/ 68948 w 752"/>
                  <a:gd name="T43" fmla="*/ 51206 h 383"/>
                  <a:gd name="T44" fmla="*/ 69309 w 752"/>
                  <a:gd name="T45" fmla="*/ 24882 h 383"/>
                  <a:gd name="T46" fmla="*/ 44762 w 752"/>
                  <a:gd name="T47" fmla="*/ 0 h 383"/>
                  <a:gd name="T48" fmla="*/ 23825 w 752"/>
                  <a:gd name="T49" fmla="*/ 0 h 383"/>
                  <a:gd name="T50" fmla="*/ 0 w 752"/>
                  <a:gd name="T51" fmla="*/ 45436 h 383"/>
                  <a:gd name="T52" fmla="*/ 23825 w 752"/>
                  <a:gd name="T53" fmla="*/ 69597 h 383"/>
                  <a:gd name="T54" fmla="*/ 44762 w 752"/>
                  <a:gd name="T55" fmla="*/ 69597 h 383"/>
                  <a:gd name="T56" fmla="*/ 67866 w 752"/>
                  <a:gd name="T57" fmla="*/ 87988 h 383"/>
                  <a:gd name="T58" fmla="*/ 67144 w 752"/>
                  <a:gd name="T59" fmla="*/ 92315 h 383"/>
                  <a:gd name="T60" fmla="*/ 67144 w 752"/>
                  <a:gd name="T61" fmla="*/ 113230 h 383"/>
                  <a:gd name="T62" fmla="*/ 112267 w 752"/>
                  <a:gd name="T63" fmla="*/ 137751 h 383"/>
                  <a:gd name="T64" fmla="*/ 136814 w 752"/>
                  <a:gd name="T65" fmla="*/ 113230 h 383"/>
                  <a:gd name="T66" fmla="*/ 136814 w 752"/>
                  <a:gd name="T67" fmla="*/ 92315 h 383"/>
                  <a:gd name="T68" fmla="*/ 155585 w 752"/>
                  <a:gd name="T69" fmla="*/ 69597 h 383"/>
                  <a:gd name="T70" fmla="*/ 159195 w 752"/>
                  <a:gd name="T71" fmla="*/ 69597 h 383"/>
                  <a:gd name="T72" fmla="*/ 180132 w 752"/>
                  <a:gd name="T73" fmla="*/ 69597 h 383"/>
                  <a:gd name="T74" fmla="*/ 202153 w 752"/>
                  <a:gd name="T75" fmla="*/ 87267 h 383"/>
                  <a:gd name="T76" fmla="*/ 201431 w 752"/>
                  <a:gd name="T77" fmla="*/ 92315 h 383"/>
                  <a:gd name="T78" fmla="*/ 201431 w 752"/>
                  <a:gd name="T79" fmla="*/ 113230 h 383"/>
                  <a:gd name="T80" fmla="*/ 246193 w 752"/>
                  <a:gd name="T81" fmla="*/ 137751 h 383"/>
                  <a:gd name="T82" fmla="*/ 271101 w 752"/>
                  <a:gd name="T83" fmla="*/ 113230 h 383"/>
                  <a:gd name="T84" fmla="*/ 271101 w 752"/>
                  <a:gd name="T85" fmla="*/ 92315 h 38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52" h="383">
                    <a:moveTo>
                      <a:pt x="677" y="308"/>
                    </a:moveTo>
                    <a:lnTo>
                      <a:pt x="632" y="308"/>
                    </a:lnTo>
                    <a:lnTo>
                      <a:pt x="632" y="264"/>
                    </a:lnTo>
                    <a:lnTo>
                      <a:pt x="677" y="264"/>
                    </a:lnTo>
                    <a:lnTo>
                      <a:pt x="677" y="308"/>
                    </a:lnTo>
                    <a:close/>
                    <a:moveTo>
                      <a:pt x="304" y="308"/>
                    </a:moveTo>
                    <a:lnTo>
                      <a:pt x="260" y="308"/>
                    </a:lnTo>
                    <a:lnTo>
                      <a:pt x="260" y="264"/>
                    </a:lnTo>
                    <a:lnTo>
                      <a:pt x="304" y="264"/>
                    </a:lnTo>
                    <a:lnTo>
                      <a:pt x="304" y="308"/>
                    </a:lnTo>
                    <a:close/>
                    <a:moveTo>
                      <a:pt x="73" y="76"/>
                    </a:moveTo>
                    <a:lnTo>
                      <a:pt x="118" y="76"/>
                    </a:lnTo>
                    <a:lnTo>
                      <a:pt x="118" y="119"/>
                    </a:lnTo>
                    <a:lnTo>
                      <a:pt x="73" y="119"/>
                    </a:lnTo>
                    <a:lnTo>
                      <a:pt x="73" y="76"/>
                    </a:lnTo>
                    <a:close/>
                    <a:moveTo>
                      <a:pt x="449" y="76"/>
                    </a:moveTo>
                    <a:lnTo>
                      <a:pt x="491" y="76"/>
                    </a:lnTo>
                    <a:lnTo>
                      <a:pt x="491" y="119"/>
                    </a:lnTo>
                    <a:lnTo>
                      <a:pt x="449" y="119"/>
                    </a:lnTo>
                    <a:lnTo>
                      <a:pt x="449" y="76"/>
                    </a:lnTo>
                    <a:close/>
                    <a:moveTo>
                      <a:pt x="682" y="190"/>
                    </a:moveTo>
                    <a:lnTo>
                      <a:pt x="625" y="190"/>
                    </a:lnTo>
                    <a:cubicBezTo>
                      <a:pt x="622" y="190"/>
                      <a:pt x="617" y="190"/>
                      <a:pt x="613" y="190"/>
                    </a:cubicBezTo>
                    <a:lnTo>
                      <a:pt x="564" y="141"/>
                    </a:lnTo>
                    <a:cubicBezTo>
                      <a:pt x="565" y="137"/>
                      <a:pt x="567" y="132"/>
                      <a:pt x="567" y="126"/>
                    </a:cubicBezTo>
                    <a:lnTo>
                      <a:pt x="567" y="69"/>
                    </a:lnTo>
                    <a:cubicBezTo>
                      <a:pt x="567" y="32"/>
                      <a:pt x="536" y="0"/>
                      <a:pt x="499" y="0"/>
                    </a:cubicBezTo>
                    <a:lnTo>
                      <a:pt x="441" y="0"/>
                    </a:lnTo>
                    <a:cubicBezTo>
                      <a:pt x="404" y="0"/>
                      <a:pt x="374" y="32"/>
                      <a:pt x="374" y="69"/>
                    </a:cubicBezTo>
                    <a:lnTo>
                      <a:pt x="374" y="126"/>
                    </a:lnTo>
                    <a:cubicBezTo>
                      <a:pt x="374" y="132"/>
                      <a:pt x="374" y="137"/>
                      <a:pt x="376" y="142"/>
                    </a:cubicBezTo>
                    <a:lnTo>
                      <a:pt x="327" y="191"/>
                    </a:lnTo>
                    <a:cubicBezTo>
                      <a:pt x="323" y="190"/>
                      <a:pt x="317" y="190"/>
                      <a:pt x="311" y="190"/>
                    </a:cubicBezTo>
                    <a:lnTo>
                      <a:pt x="253" y="190"/>
                    </a:lnTo>
                    <a:cubicBezTo>
                      <a:pt x="248" y="190"/>
                      <a:pt x="244" y="190"/>
                      <a:pt x="240" y="191"/>
                    </a:cubicBezTo>
                    <a:lnTo>
                      <a:pt x="191" y="142"/>
                    </a:lnTo>
                    <a:cubicBezTo>
                      <a:pt x="191" y="137"/>
                      <a:pt x="192" y="132"/>
                      <a:pt x="192" y="126"/>
                    </a:cubicBezTo>
                    <a:lnTo>
                      <a:pt x="192" y="69"/>
                    </a:lnTo>
                    <a:cubicBezTo>
                      <a:pt x="192" y="32"/>
                      <a:pt x="161" y="0"/>
                      <a:pt x="124" y="0"/>
                    </a:cubicBezTo>
                    <a:lnTo>
                      <a:pt x="66" y="0"/>
                    </a:lnTo>
                    <a:cubicBezTo>
                      <a:pt x="29" y="0"/>
                      <a:pt x="0" y="32"/>
                      <a:pt x="0" y="69"/>
                    </a:cubicBezTo>
                    <a:lnTo>
                      <a:pt x="0" y="126"/>
                    </a:lnTo>
                    <a:cubicBezTo>
                      <a:pt x="0" y="163"/>
                      <a:pt x="29" y="193"/>
                      <a:pt x="66" y="193"/>
                    </a:cubicBezTo>
                    <a:lnTo>
                      <a:pt x="124" y="193"/>
                    </a:lnTo>
                    <a:cubicBezTo>
                      <a:pt x="129" y="193"/>
                      <a:pt x="132" y="193"/>
                      <a:pt x="136" y="193"/>
                    </a:cubicBezTo>
                    <a:lnTo>
                      <a:pt x="188" y="244"/>
                    </a:lnTo>
                    <a:cubicBezTo>
                      <a:pt x="186" y="248"/>
                      <a:pt x="186" y="252"/>
                      <a:pt x="186" y="256"/>
                    </a:cubicBezTo>
                    <a:lnTo>
                      <a:pt x="186" y="314"/>
                    </a:lnTo>
                    <a:cubicBezTo>
                      <a:pt x="186" y="351"/>
                      <a:pt x="216" y="382"/>
                      <a:pt x="253" y="382"/>
                    </a:cubicBezTo>
                    <a:lnTo>
                      <a:pt x="311" y="382"/>
                    </a:lnTo>
                    <a:cubicBezTo>
                      <a:pt x="348" y="382"/>
                      <a:pt x="379" y="351"/>
                      <a:pt x="379" y="314"/>
                    </a:cubicBezTo>
                    <a:lnTo>
                      <a:pt x="379" y="256"/>
                    </a:lnTo>
                    <a:cubicBezTo>
                      <a:pt x="379" y="253"/>
                      <a:pt x="377" y="249"/>
                      <a:pt x="377" y="246"/>
                    </a:cubicBezTo>
                    <a:lnTo>
                      <a:pt x="431" y="193"/>
                    </a:lnTo>
                    <a:cubicBezTo>
                      <a:pt x="434" y="193"/>
                      <a:pt x="438" y="193"/>
                      <a:pt x="441" y="193"/>
                    </a:cubicBezTo>
                    <a:lnTo>
                      <a:pt x="499" y="193"/>
                    </a:lnTo>
                    <a:cubicBezTo>
                      <a:pt x="503" y="193"/>
                      <a:pt x="506" y="193"/>
                      <a:pt x="511" y="193"/>
                    </a:cubicBezTo>
                    <a:lnTo>
                      <a:pt x="560" y="242"/>
                    </a:lnTo>
                    <a:cubicBezTo>
                      <a:pt x="558" y="246"/>
                      <a:pt x="558" y="252"/>
                      <a:pt x="558" y="256"/>
                    </a:cubicBezTo>
                    <a:lnTo>
                      <a:pt x="558" y="314"/>
                    </a:lnTo>
                    <a:cubicBezTo>
                      <a:pt x="558" y="351"/>
                      <a:pt x="588" y="382"/>
                      <a:pt x="625" y="382"/>
                    </a:cubicBezTo>
                    <a:lnTo>
                      <a:pt x="682" y="382"/>
                    </a:lnTo>
                    <a:cubicBezTo>
                      <a:pt x="721" y="382"/>
                      <a:pt x="751" y="351"/>
                      <a:pt x="751" y="314"/>
                    </a:cubicBezTo>
                    <a:lnTo>
                      <a:pt x="751" y="256"/>
                    </a:lnTo>
                    <a:cubicBezTo>
                      <a:pt x="751" y="219"/>
                      <a:pt x="721" y="190"/>
                      <a:pt x="682" y="19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FF8DB5-E569-D847-97A4-84B4DC94F69D}"/>
              </a:ext>
            </a:extLst>
          </p:cNvPr>
          <p:cNvGrpSpPr/>
          <p:nvPr/>
        </p:nvGrpSpPr>
        <p:grpSpPr>
          <a:xfrm>
            <a:off x="4708574" y="3277010"/>
            <a:ext cx="806002" cy="806002"/>
            <a:chOff x="3097067" y="6711236"/>
            <a:chExt cx="2519748" cy="251974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1F2BB68-A026-2A41-A3FA-F0160165F421}"/>
                </a:ext>
              </a:extLst>
            </p:cNvPr>
            <p:cNvSpPr/>
            <p:nvPr/>
          </p:nvSpPr>
          <p:spPr>
            <a:xfrm>
              <a:off x="3097067" y="6711236"/>
              <a:ext cx="2519748" cy="25197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D0FB35B-4CC9-9547-8F4C-93B88634A209}"/>
                </a:ext>
              </a:extLst>
            </p:cNvPr>
            <p:cNvGrpSpPr/>
            <p:nvPr/>
          </p:nvGrpSpPr>
          <p:grpSpPr>
            <a:xfrm>
              <a:off x="3741436" y="7355605"/>
              <a:ext cx="1231008" cy="1231006"/>
              <a:chOff x="5123329" y="2255652"/>
              <a:chExt cx="1078109" cy="1078108"/>
            </a:xfrm>
            <a:solidFill>
              <a:schemeClr val="bg1"/>
            </a:solidFill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7AF4A5FA-258E-0E46-8937-EC089E403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7988" y="2446566"/>
                <a:ext cx="688792" cy="688792"/>
              </a:xfrm>
              <a:custGeom>
                <a:avLst/>
                <a:gdLst>
                  <a:gd name="T0" fmla="*/ 206484 w 812"/>
                  <a:gd name="T1" fmla="*/ 78781 h 812"/>
                  <a:gd name="T2" fmla="*/ 197132 w 812"/>
                  <a:gd name="T3" fmla="*/ 47125 h 812"/>
                  <a:gd name="T4" fmla="*/ 191736 w 812"/>
                  <a:gd name="T5" fmla="*/ 35613 h 812"/>
                  <a:gd name="T6" fmla="*/ 244616 w 812"/>
                  <a:gd name="T7" fmla="*/ 78781 h 812"/>
                  <a:gd name="T8" fmla="*/ 191736 w 812"/>
                  <a:gd name="T9" fmla="*/ 255767 h 812"/>
                  <a:gd name="T10" fmla="*/ 197132 w 812"/>
                  <a:gd name="T11" fmla="*/ 244616 h 812"/>
                  <a:gd name="T12" fmla="*/ 244975 w 812"/>
                  <a:gd name="T13" fmla="*/ 212240 h 812"/>
                  <a:gd name="T14" fmla="*/ 191736 w 812"/>
                  <a:gd name="T15" fmla="*/ 255767 h 812"/>
                  <a:gd name="T16" fmla="*/ 84896 w 812"/>
                  <a:gd name="T17" fmla="*/ 212240 h 812"/>
                  <a:gd name="T18" fmla="*/ 94968 w 812"/>
                  <a:gd name="T19" fmla="*/ 244616 h 812"/>
                  <a:gd name="T20" fmla="*/ 100005 w 812"/>
                  <a:gd name="T21" fmla="*/ 255767 h 812"/>
                  <a:gd name="T22" fmla="*/ 46405 w 812"/>
                  <a:gd name="T23" fmla="*/ 212240 h 812"/>
                  <a:gd name="T24" fmla="*/ 100005 w 812"/>
                  <a:gd name="T25" fmla="*/ 35613 h 812"/>
                  <a:gd name="T26" fmla="*/ 94968 w 812"/>
                  <a:gd name="T27" fmla="*/ 47125 h 812"/>
                  <a:gd name="T28" fmla="*/ 47484 w 812"/>
                  <a:gd name="T29" fmla="*/ 78781 h 812"/>
                  <a:gd name="T30" fmla="*/ 100005 w 812"/>
                  <a:gd name="T31" fmla="*/ 35613 h 812"/>
                  <a:gd name="T32" fmla="*/ 26620 w 812"/>
                  <a:gd name="T33" fmla="*/ 146050 h 812"/>
                  <a:gd name="T34" fmla="*/ 79860 w 812"/>
                  <a:gd name="T35" fmla="*/ 105401 h 812"/>
                  <a:gd name="T36" fmla="*/ 77701 w 812"/>
                  <a:gd name="T37" fmla="*/ 146050 h 812"/>
                  <a:gd name="T38" fmla="*/ 79860 w 812"/>
                  <a:gd name="T39" fmla="*/ 185260 h 812"/>
                  <a:gd name="T40" fmla="*/ 33095 w 812"/>
                  <a:gd name="T41" fmla="*/ 185260 h 812"/>
                  <a:gd name="T42" fmla="*/ 100005 w 812"/>
                  <a:gd name="T43" fmla="*/ 35613 h 812"/>
                  <a:gd name="T44" fmla="*/ 146050 w 812"/>
                  <a:gd name="T45" fmla="*/ 264761 h 812"/>
                  <a:gd name="T46" fmla="*/ 179505 w 812"/>
                  <a:gd name="T47" fmla="*/ 212240 h 812"/>
                  <a:gd name="T48" fmla="*/ 146050 w 812"/>
                  <a:gd name="T49" fmla="*/ 264761 h 812"/>
                  <a:gd name="T50" fmla="*/ 187059 w 812"/>
                  <a:gd name="T51" fmla="*/ 146050 h 812"/>
                  <a:gd name="T52" fmla="*/ 107199 w 812"/>
                  <a:gd name="T53" fmla="*/ 185260 h 812"/>
                  <a:gd name="T54" fmla="*/ 104321 w 812"/>
                  <a:gd name="T55" fmla="*/ 146050 h 812"/>
                  <a:gd name="T56" fmla="*/ 107199 w 812"/>
                  <a:gd name="T57" fmla="*/ 105401 h 812"/>
                  <a:gd name="T58" fmla="*/ 184181 w 812"/>
                  <a:gd name="T59" fmla="*/ 105401 h 812"/>
                  <a:gd name="T60" fmla="*/ 265120 w 812"/>
                  <a:gd name="T61" fmla="*/ 146050 h 812"/>
                  <a:gd name="T62" fmla="*/ 258285 w 812"/>
                  <a:gd name="T63" fmla="*/ 185260 h 812"/>
                  <a:gd name="T64" fmla="*/ 211521 w 812"/>
                  <a:gd name="T65" fmla="*/ 185260 h 812"/>
                  <a:gd name="T66" fmla="*/ 214039 w 812"/>
                  <a:gd name="T67" fmla="*/ 146050 h 812"/>
                  <a:gd name="T68" fmla="*/ 257926 w 812"/>
                  <a:gd name="T69" fmla="*/ 105401 h 812"/>
                  <a:gd name="T70" fmla="*/ 265120 w 812"/>
                  <a:gd name="T71" fmla="*/ 146050 h 812"/>
                  <a:gd name="T72" fmla="*/ 112595 w 812"/>
                  <a:gd name="T73" fmla="*/ 78781 h 812"/>
                  <a:gd name="T74" fmla="*/ 146050 w 812"/>
                  <a:gd name="T75" fmla="*/ 26620 h 812"/>
                  <a:gd name="T76" fmla="*/ 179505 w 812"/>
                  <a:gd name="T77" fmla="*/ 78781 h 812"/>
                  <a:gd name="T78" fmla="*/ 12950 w 812"/>
                  <a:gd name="T79" fmla="*/ 85616 h 812"/>
                  <a:gd name="T80" fmla="*/ 12231 w 812"/>
                  <a:gd name="T81" fmla="*/ 87414 h 812"/>
                  <a:gd name="T82" fmla="*/ 0 w 812"/>
                  <a:gd name="T83" fmla="*/ 146050 h 812"/>
                  <a:gd name="T84" fmla="*/ 146050 w 812"/>
                  <a:gd name="T85" fmla="*/ 291740 h 812"/>
                  <a:gd name="T86" fmla="*/ 291740 w 812"/>
                  <a:gd name="T87" fmla="*/ 146050 h 812"/>
                  <a:gd name="T88" fmla="*/ 279509 w 812"/>
                  <a:gd name="T89" fmla="*/ 87414 h 812"/>
                  <a:gd name="T90" fmla="*/ 278430 w 812"/>
                  <a:gd name="T91" fmla="*/ 85616 h 812"/>
                  <a:gd name="T92" fmla="*/ 146050 w 812"/>
                  <a:gd name="T93" fmla="*/ 0 h 812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12" h="812">
                    <a:moveTo>
                      <a:pt x="680" y="219"/>
                    </a:moveTo>
                    <a:lnTo>
                      <a:pt x="574" y="219"/>
                    </a:lnTo>
                    <a:cubicBezTo>
                      <a:pt x="567" y="187"/>
                      <a:pt x="558" y="157"/>
                      <a:pt x="548" y="131"/>
                    </a:cubicBezTo>
                    <a:cubicBezTo>
                      <a:pt x="542" y="120"/>
                      <a:pt x="537" y="110"/>
                      <a:pt x="533" y="99"/>
                    </a:cubicBezTo>
                    <a:cubicBezTo>
                      <a:pt x="592" y="124"/>
                      <a:pt x="643" y="166"/>
                      <a:pt x="680" y="219"/>
                    </a:cubicBezTo>
                    <a:close/>
                    <a:moveTo>
                      <a:pt x="533" y="711"/>
                    </a:moveTo>
                    <a:lnTo>
                      <a:pt x="533" y="711"/>
                    </a:lnTo>
                    <a:cubicBezTo>
                      <a:pt x="537" y="702"/>
                      <a:pt x="542" y="692"/>
                      <a:pt x="548" y="680"/>
                    </a:cubicBezTo>
                    <a:cubicBezTo>
                      <a:pt x="558" y="653"/>
                      <a:pt x="569" y="622"/>
                      <a:pt x="576" y="590"/>
                    </a:cubicBezTo>
                    <a:lnTo>
                      <a:pt x="681" y="590"/>
                    </a:lnTo>
                    <a:cubicBezTo>
                      <a:pt x="646" y="643"/>
                      <a:pt x="594" y="685"/>
                      <a:pt x="533" y="711"/>
                    </a:cubicBezTo>
                    <a:close/>
                    <a:moveTo>
                      <a:pt x="129" y="590"/>
                    </a:moveTo>
                    <a:lnTo>
                      <a:pt x="236" y="590"/>
                    </a:lnTo>
                    <a:cubicBezTo>
                      <a:pt x="243" y="622"/>
                      <a:pt x="252" y="653"/>
                      <a:pt x="264" y="680"/>
                    </a:cubicBezTo>
                    <a:cubicBezTo>
                      <a:pt x="268" y="692"/>
                      <a:pt x="273" y="702"/>
                      <a:pt x="278" y="711"/>
                    </a:cubicBezTo>
                    <a:cubicBezTo>
                      <a:pt x="217" y="685"/>
                      <a:pt x="166" y="643"/>
                      <a:pt x="129" y="590"/>
                    </a:cubicBezTo>
                    <a:close/>
                    <a:moveTo>
                      <a:pt x="278" y="99"/>
                    </a:moveTo>
                    <a:lnTo>
                      <a:pt x="278" y="99"/>
                    </a:lnTo>
                    <a:cubicBezTo>
                      <a:pt x="273" y="110"/>
                      <a:pt x="268" y="120"/>
                      <a:pt x="264" y="131"/>
                    </a:cubicBezTo>
                    <a:cubicBezTo>
                      <a:pt x="252" y="157"/>
                      <a:pt x="243" y="187"/>
                      <a:pt x="236" y="219"/>
                    </a:cubicBezTo>
                    <a:lnTo>
                      <a:pt x="132" y="219"/>
                    </a:lnTo>
                    <a:cubicBezTo>
                      <a:pt x="167" y="166"/>
                      <a:pt x="217" y="124"/>
                      <a:pt x="278" y="99"/>
                    </a:cubicBezTo>
                    <a:lnTo>
                      <a:pt x="74" y="406"/>
                    </a:lnTo>
                    <a:cubicBezTo>
                      <a:pt x="74" y="366"/>
                      <a:pt x="82" y="329"/>
                      <a:pt x="93" y="293"/>
                    </a:cubicBezTo>
                    <a:lnTo>
                      <a:pt x="222" y="293"/>
                    </a:lnTo>
                    <a:cubicBezTo>
                      <a:pt x="217" y="329"/>
                      <a:pt x="216" y="367"/>
                      <a:pt x="216" y="406"/>
                    </a:cubicBezTo>
                    <a:cubicBezTo>
                      <a:pt x="216" y="443"/>
                      <a:pt x="217" y="480"/>
                      <a:pt x="222" y="515"/>
                    </a:cubicBezTo>
                    <a:lnTo>
                      <a:pt x="92" y="515"/>
                    </a:lnTo>
                    <a:cubicBezTo>
                      <a:pt x="80" y="480"/>
                      <a:pt x="74" y="444"/>
                      <a:pt x="74" y="406"/>
                    </a:cubicBezTo>
                    <a:lnTo>
                      <a:pt x="278" y="99"/>
                    </a:lnTo>
                    <a:close/>
                    <a:moveTo>
                      <a:pt x="406" y="736"/>
                    </a:moveTo>
                    <a:lnTo>
                      <a:pt x="406" y="736"/>
                    </a:lnTo>
                    <a:cubicBezTo>
                      <a:pt x="375" y="736"/>
                      <a:pt x="336" y="683"/>
                      <a:pt x="311" y="590"/>
                    </a:cubicBezTo>
                    <a:lnTo>
                      <a:pt x="499" y="590"/>
                    </a:lnTo>
                    <a:cubicBezTo>
                      <a:pt x="476" y="683"/>
                      <a:pt x="435" y="736"/>
                      <a:pt x="406" y="736"/>
                    </a:cubicBezTo>
                    <a:close/>
                    <a:moveTo>
                      <a:pt x="520" y="406"/>
                    </a:moveTo>
                    <a:lnTo>
                      <a:pt x="520" y="406"/>
                    </a:lnTo>
                    <a:cubicBezTo>
                      <a:pt x="520" y="444"/>
                      <a:pt x="518" y="481"/>
                      <a:pt x="514" y="515"/>
                    </a:cubicBezTo>
                    <a:lnTo>
                      <a:pt x="298" y="515"/>
                    </a:lnTo>
                    <a:cubicBezTo>
                      <a:pt x="293" y="481"/>
                      <a:pt x="290" y="444"/>
                      <a:pt x="290" y="406"/>
                    </a:cubicBezTo>
                    <a:cubicBezTo>
                      <a:pt x="290" y="364"/>
                      <a:pt x="293" y="327"/>
                      <a:pt x="298" y="293"/>
                    </a:cubicBezTo>
                    <a:lnTo>
                      <a:pt x="512" y="293"/>
                    </a:lnTo>
                    <a:cubicBezTo>
                      <a:pt x="518" y="327"/>
                      <a:pt x="520" y="364"/>
                      <a:pt x="520" y="406"/>
                    </a:cubicBezTo>
                    <a:close/>
                    <a:moveTo>
                      <a:pt x="737" y="406"/>
                    </a:moveTo>
                    <a:lnTo>
                      <a:pt x="737" y="406"/>
                    </a:lnTo>
                    <a:cubicBezTo>
                      <a:pt x="737" y="444"/>
                      <a:pt x="730" y="480"/>
                      <a:pt x="718" y="515"/>
                    </a:cubicBezTo>
                    <a:lnTo>
                      <a:pt x="588" y="515"/>
                    </a:lnTo>
                    <a:cubicBezTo>
                      <a:pt x="592" y="480"/>
                      <a:pt x="595" y="443"/>
                      <a:pt x="595" y="406"/>
                    </a:cubicBezTo>
                    <a:cubicBezTo>
                      <a:pt x="595" y="367"/>
                      <a:pt x="592" y="329"/>
                      <a:pt x="588" y="293"/>
                    </a:cubicBezTo>
                    <a:lnTo>
                      <a:pt x="717" y="293"/>
                    </a:lnTo>
                    <a:cubicBezTo>
                      <a:pt x="730" y="329"/>
                      <a:pt x="737" y="366"/>
                      <a:pt x="737" y="406"/>
                    </a:cubicBezTo>
                    <a:close/>
                    <a:moveTo>
                      <a:pt x="499" y="219"/>
                    </a:moveTo>
                    <a:lnTo>
                      <a:pt x="313" y="219"/>
                    </a:lnTo>
                    <a:cubicBezTo>
                      <a:pt x="336" y="127"/>
                      <a:pt x="375" y="74"/>
                      <a:pt x="406" y="74"/>
                    </a:cubicBezTo>
                    <a:cubicBezTo>
                      <a:pt x="435" y="74"/>
                      <a:pt x="474" y="127"/>
                      <a:pt x="499" y="219"/>
                    </a:cubicBezTo>
                    <a:close/>
                    <a:moveTo>
                      <a:pt x="36" y="238"/>
                    </a:moveTo>
                    <a:lnTo>
                      <a:pt x="36" y="238"/>
                    </a:lnTo>
                    <a:cubicBezTo>
                      <a:pt x="34" y="240"/>
                      <a:pt x="34" y="241"/>
                      <a:pt x="34" y="243"/>
                    </a:cubicBezTo>
                    <a:cubicBezTo>
                      <a:pt x="12" y="293"/>
                      <a:pt x="0" y="348"/>
                      <a:pt x="0" y="406"/>
                    </a:cubicBezTo>
                    <a:cubicBezTo>
                      <a:pt x="0" y="629"/>
                      <a:pt x="182" y="811"/>
                      <a:pt x="406" y="811"/>
                    </a:cubicBezTo>
                    <a:cubicBezTo>
                      <a:pt x="630" y="811"/>
                      <a:pt x="811" y="629"/>
                      <a:pt x="811" y="406"/>
                    </a:cubicBezTo>
                    <a:cubicBezTo>
                      <a:pt x="811" y="348"/>
                      <a:pt x="800" y="293"/>
                      <a:pt x="777" y="243"/>
                    </a:cubicBezTo>
                    <a:cubicBezTo>
                      <a:pt x="776" y="241"/>
                      <a:pt x="776" y="240"/>
                      <a:pt x="774" y="238"/>
                    </a:cubicBezTo>
                    <a:cubicBezTo>
                      <a:pt x="711" y="98"/>
                      <a:pt x="570" y="0"/>
                      <a:pt x="406" y="0"/>
                    </a:cubicBezTo>
                    <a:cubicBezTo>
                      <a:pt x="241" y="0"/>
                      <a:pt x="99" y="98"/>
                      <a:pt x="36" y="23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13E192BA-BF5D-B147-AC76-F7C2EB9EC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8904" y="2364210"/>
                <a:ext cx="692534" cy="969550"/>
              </a:xfrm>
              <a:custGeom>
                <a:avLst/>
                <a:gdLst>
                  <a:gd name="T0" fmla="*/ 204571 w 814"/>
                  <a:gd name="T1" fmla="*/ 26666 h 1141"/>
                  <a:gd name="T2" fmla="*/ 239207 w 814"/>
                  <a:gd name="T3" fmla="*/ 26666 h 1141"/>
                  <a:gd name="T4" fmla="*/ 239207 w 814"/>
                  <a:gd name="T5" fmla="*/ 61620 h 1141"/>
                  <a:gd name="T6" fmla="*/ 204571 w 814"/>
                  <a:gd name="T7" fmla="*/ 61620 h 1141"/>
                  <a:gd name="T8" fmla="*/ 204571 w 814"/>
                  <a:gd name="T9" fmla="*/ 26666 h 1141"/>
                  <a:gd name="T10" fmla="*/ 265545 w 814"/>
                  <a:gd name="T11" fmla="*/ 73152 h 1141"/>
                  <a:gd name="T12" fmla="*/ 265545 w 814"/>
                  <a:gd name="T13" fmla="*/ 73152 h 1141"/>
                  <a:gd name="T14" fmla="*/ 265906 w 814"/>
                  <a:gd name="T15" fmla="*/ 67386 h 1141"/>
                  <a:gd name="T16" fmla="*/ 265906 w 814"/>
                  <a:gd name="T17" fmla="*/ 20900 h 1141"/>
                  <a:gd name="T18" fmla="*/ 265906 w 814"/>
                  <a:gd name="T19" fmla="*/ 20900 h 1141"/>
                  <a:gd name="T20" fmla="*/ 245340 w 814"/>
                  <a:gd name="T21" fmla="*/ 0 h 1141"/>
                  <a:gd name="T22" fmla="*/ 198437 w 814"/>
                  <a:gd name="T23" fmla="*/ 0 h 1141"/>
                  <a:gd name="T24" fmla="*/ 198437 w 814"/>
                  <a:gd name="T25" fmla="*/ 0 h 1141"/>
                  <a:gd name="T26" fmla="*/ 177872 w 814"/>
                  <a:gd name="T27" fmla="*/ 20900 h 1141"/>
                  <a:gd name="T28" fmla="*/ 177872 w 814"/>
                  <a:gd name="T29" fmla="*/ 67386 h 1141"/>
                  <a:gd name="T30" fmla="*/ 177872 w 814"/>
                  <a:gd name="T31" fmla="*/ 67386 h 1141"/>
                  <a:gd name="T32" fmla="*/ 198437 w 814"/>
                  <a:gd name="T33" fmla="*/ 88287 h 1141"/>
                  <a:gd name="T34" fmla="*/ 242815 w 814"/>
                  <a:gd name="T35" fmla="*/ 88287 h 1141"/>
                  <a:gd name="T36" fmla="*/ 242815 w 814"/>
                  <a:gd name="T37" fmla="*/ 88287 h 1141"/>
                  <a:gd name="T38" fmla="*/ 266267 w 814"/>
                  <a:gd name="T39" fmla="*/ 182699 h 1141"/>
                  <a:gd name="T40" fmla="*/ 266267 w 814"/>
                  <a:gd name="T41" fmla="*/ 182699 h 1141"/>
                  <a:gd name="T42" fmla="*/ 207096 w 814"/>
                  <a:gd name="T43" fmla="*/ 325399 h 1141"/>
                  <a:gd name="T44" fmla="*/ 207096 w 814"/>
                  <a:gd name="T45" fmla="*/ 325399 h 1141"/>
                  <a:gd name="T46" fmla="*/ 64582 w 814"/>
                  <a:gd name="T47" fmla="*/ 383776 h 1141"/>
                  <a:gd name="T48" fmla="*/ 64582 w 814"/>
                  <a:gd name="T49" fmla="*/ 383776 h 1141"/>
                  <a:gd name="T50" fmla="*/ 17679 w 814"/>
                  <a:gd name="T51" fmla="*/ 378371 h 1141"/>
                  <a:gd name="T52" fmla="*/ 17679 w 814"/>
                  <a:gd name="T53" fmla="*/ 378371 h 1141"/>
                  <a:gd name="T54" fmla="*/ 1443 w 814"/>
                  <a:gd name="T55" fmla="*/ 388461 h 1141"/>
                  <a:gd name="T56" fmla="*/ 1443 w 814"/>
                  <a:gd name="T57" fmla="*/ 388461 h 1141"/>
                  <a:gd name="T58" fmla="*/ 10824 w 814"/>
                  <a:gd name="T59" fmla="*/ 404677 h 1141"/>
                  <a:gd name="T60" fmla="*/ 10824 w 814"/>
                  <a:gd name="T61" fmla="*/ 404677 h 1141"/>
                  <a:gd name="T62" fmla="*/ 64582 w 814"/>
                  <a:gd name="T63" fmla="*/ 410803 h 1141"/>
                  <a:gd name="T64" fmla="*/ 64582 w 814"/>
                  <a:gd name="T65" fmla="*/ 410803 h 1141"/>
                  <a:gd name="T66" fmla="*/ 225858 w 814"/>
                  <a:gd name="T67" fmla="*/ 343777 h 1141"/>
                  <a:gd name="T68" fmla="*/ 225858 w 814"/>
                  <a:gd name="T69" fmla="*/ 343777 h 1141"/>
                  <a:gd name="T70" fmla="*/ 293326 w 814"/>
                  <a:gd name="T71" fmla="*/ 182699 h 1141"/>
                  <a:gd name="T72" fmla="*/ 293326 w 814"/>
                  <a:gd name="T73" fmla="*/ 182699 h 1141"/>
                  <a:gd name="T74" fmla="*/ 265545 w 814"/>
                  <a:gd name="T75" fmla="*/ 73152 h 114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814" h="1141">
                    <a:moveTo>
                      <a:pt x="567" y="74"/>
                    </a:moveTo>
                    <a:lnTo>
                      <a:pt x="663" y="74"/>
                    </a:lnTo>
                    <a:lnTo>
                      <a:pt x="663" y="171"/>
                    </a:lnTo>
                    <a:lnTo>
                      <a:pt x="567" y="171"/>
                    </a:lnTo>
                    <a:lnTo>
                      <a:pt x="567" y="74"/>
                    </a:lnTo>
                    <a:close/>
                    <a:moveTo>
                      <a:pt x="736" y="203"/>
                    </a:moveTo>
                    <a:lnTo>
                      <a:pt x="736" y="203"/>
                    </a:lnTo>
                    <a:cubicBezTo>
                      <a:pt x="736" y="197"/>
                      <a:pt x="737" y="193"/>
                      <a:pt x="737" y="187"/>
                    </a:cubicBezTo>
                    <a:lnTo>
                      <a:pt x="737" y="58"/>
                    </a:lnTo>
                    <a:cubicBezTo>
                      <a:pt x="737" y="27"/>
                      <a:pt x="710" y="0"/>
                      <a:pt x="680" y="0"/>
                    </a:cubicBezTo>
                    <a:lnTo>
                      <a:pt x="550" y="0"/>
                    </a:lnTo>
                    <a:cubicBezTo>
                      <a:pt x="519" y="0"/>
                      <a:pt x="493" y="27"/>
                      <a:pt x="493" y="58"/>
                    </a:cubicBezTo>
                    <a:lnTo>
                      <a:pt x="493" y="187"/>
                    </a:lnTo>
                    <a:cubicBezTo>
                      <a:pt x="493" y="220"/>
                      <a:pt x="519" y="245"/>
                      <a:pt x="550" y="245"/>
                    </a:cubicBezTo>
                    <a:lnTo>
                      <a:pt x="673" y="245"/>
                    </a:lnTo>
                    <a:cubicBezTo>
                      <a:pt x="716" y="325"/>
                      <a:pt x="738" y="415"/>
                      <a:pt x="738" y="507"/>
                    </a:cubicBezTo>
                    <a:cubicBezTo>
                      <a:pt x="738" y="656"/>
                      <a:pt x="680" y="795"/>
                      <a:pt x="574" y="903"/>
                    </a:cubicBezTo>
                    <a:cubicBezTo>
                      <a:pt x="469" y="1007"/>
                      <a:pt x="328" y="1065"/>
                      <a:pt x="179" y="1065"/>
                    </a:cubicBezTo>
                    <a:cubicBezTo>
                      <a:pt x="135" y="1065"/>
                      <a:pt x="91" y="1061"/>
                      <a:pt x="49" y="1050"/>
                    </a:cubicBezTo>
                    <a:cubicBezTo>
                      <a:pt x="29" y="1046"/>
                      <a:pt x="9" y="1058"/>
                      <a:pt x="4" y="1078"/>
                    </a:cubicBezTo>
                    <a:cubicBezTo>
                      <a:pt x="0" y="1098"/>
                      <a:pt x="11" y="1119"/>
                      <a:pt x="30" y="1123"/>
                    </a:cubicBezTo>
                    <a:cubicBezTo>
                      <a:pt x="79" y="1135"/>
                      <a:pt x="128" y="1140"/>
                      <a:pt x="179" y="1140"/>
                    </a:cubicBezTo>
                    <a:cubicBezTo>
                      <a:pt x="347" y="1140"/>
                      <a:pt x="507" y="1074"/>
                      <a:pt x="626" y="954"/>
                    </a:cubicBezTo>
                    <a:cubicBezTo>
                      <a:pt x="746" y="834"/>
                      <a:pt x="813" y="676"/>
                      <a:pt x="813" y="507"/>
                    </a:cubicBezTo>
                    <a:cubicBezTo>
                      <a:pt x="813" y="400"/>
                      <a:pt x="786" y="295"/>
                      <a:pt x="736" y="20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BAB04792-A8D9-564A-84E4-E891972F0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3329" y="2255652"/>
                <a:ext cx="722484" cy="1006982"/>
              </a:xfrm>
              <a:custGeom>
                <a:avLst/>
                <a:gdLst>
                  <a:gd name="T0" fmla="*/ 99972 w 852"/>
                  <a:gd name="T1" fmla="*/ 399312 h 1186"/>
                  <a:gd name="T2" fmla="*/ 66168 w 852"/>
                  <a:gd name="T3" fmla="*/ 399312 h 1186"/>
                  <a:gd name="T4" fmla="*/ 66168 w 852"/>
                  <a:gd name="T5" fmla="*/ 365106 h 1186"/>
                  <a:gd name="T6" fmla="*/ 99972 w 852"/>
                  <a:gd name="T7" fmla="*/ 365106 h 1186"/>
                  <a:gd name="T8" fmla="*/ 99972 w 852"/>
                  <a:gd name="T9" fmla="*/ 399312 h 1186"/>
                  <a:gd name="T10" fmla="*/ 106445 w 852"/>
                  <a:gd name="T11" fmla="*/ 338821 h 1186"/>
                  <a:gd name="T12" fmla="*/ 60055 w 852"/>
                  <a:gd name="T13" fmla="*/ 338821 h 1186"/>
                  <a:gd name="T14" fmla="*/ 60055 w 852"/>
                  <a:gd name="T15" fmla="*/ 338821 h 1186"/>
                  <a:gd name="T16" fmla="*/ 59695 w 852"/>
                  <a:gd name="T17" fmla="*/ 338821 h 1186"/>
                  <a:gd name="T18" fmla="*/ 59695 w 852"/>
                  <a:gd name="T19" fmla="*/ 338821 h 1186"/>
                  <a:gd name="T20" fmla="*/ 26611 w 852"/>
                  <a:gd name="T21" fmla="*/ 228281 h 1186"/>
                  <a:gd name="T22" fmla="*/ 26611 w 852"/>
                  <a:gd name="T23" fmla="*/ 228281 h 1186"/>
                  <a:gd name="T24" fmla="*/ 85587 w 852"/>
                  <a:gd name="T25" fmla="*/ 85695 h 1186"/>
                  <a:gd name="T26" fmla="*/ 85587 w 852"/>
                  <a:gd name="T27" fmla="*/ 85695 h 1186"/>
                  <a:gd name="T28" fmla="*/ 227993 w 852"/>
                  <a:gd name="T29" fmla="*/ 26645 h 1186"/>
                  <a:gd name="T30" fmla="*/ 227993 w 852"/>
                  <a:gd name="T31" fmla="*/ 26645 h 1186"/>
                  <a:gd name="T32" fmla="*/ 286969 w 852"/>
                  <a:gd name="T33" fmla="*/ 35646 h 1186"/>
                  <a:gd name="T34" fmla="*/ 286969 w 852"/>
                  <a:gd name="T35" fmla="*/ 35646 h 1186"/>
                  <a:gd name="T36" fmla="*/ 303511 w 852"/>
                  <a:gd name="T37" fmla="*/ 26645 h 1186"/>
                  <a:gd name="T38" fmla="*/ 303511 w 852"/>
                  <a:gd name="T39" fmla="*/ 26645 h 1186"/>
                  <a:gd name="T40" fmla="*/ 294880 w 852"/>
                  <a:gd name="T41" fmla="*/ 10082 h 1186"/>
                  <a:gd name="T42" fmla="*/ 294880 w 852"/>
                  <a:gd name="T43" fmla="*/ 10082 h 1186"/>
                  <a:gd name="T44" fmla="*/ 227993 w 852"/>
                  <a:gd name="T45" fmla="*/ 0 h 1186"/>
                  <a:gd name="T46" fmla="*/ 227993 w 852"/>
                  <a:gd name="T47" fmla="*/ 0 h 1186"/>
                  <a:gd name="T48" fmla="*/ 66528 w 852"/>
                  <a:gd name="T49" fmla="*/ 66612 h 1186"/>
                  <a:gd name="T50" fmla="*/ 66528 w 852"/>
                  <a:gd name="T51" fmla="*/ 66612 h 1186"/>
                  <a:gd name="T52" fmla="*/ 0 w 852"/>
                  <a:gd name="T53" fmla="*/ 228281 h 1186"/>
                  <a:gd name="T54" fmla="*/ 0 w 852"/>
                  <a:gd name="T55" fmla="*/ 228281 h 1186"/>
                  <a:gd name="T56" fmla="*/ 39557 w 852"/>
                  <a:gd name="T57" fmla="*/ 356104 h 1186"/>
                  <a:gd name="T58" fmla="*/ 39557 w 852"/>
                  <a:gd name="T59" fmla="*/ 356104 h 1186"/>
                  <a:gd name="T60" fmla="*/ 39557 w 852"/>
                  <a:gd name="T61" fmla="*/ 359345 h 1186"/>
                  <a:gd name="T62" fmla="*/ 39557 w 852"/>
                  <a:gd name="T63" fmla="*/ 405793 h 1186"/>
                  <a:gd name="T64" fmla="*/ 39557 w 852"/>
                  <a:gd name="T65" fmla="*/ 405793 h 1186"/>
                  <a:gd name="T66" fmla="*/ 60055 w 852"/>
                  <a:gd name="T67" fmla="*/ 426677 h 1186"/>
                  <a:gd name="T68" fmla="*/ 106445 w 852"/>
                  <a:gd name="T69" fmla="*/ 426677 h 1186"/>
                  <a:gd name="T70" fmla="*/ 106445 w 852"/>
                  <a:gd name="T71" fmla="*/ 426677 h 1186"/>
                  <a:gd name="T72" fmla="*/ 127302 w 852"/>
                  <a:gd name="T73" fmla="*/ 405793 h 1186"/>
                  <a:gd name="T74" fmla="*/ 127302 w 852"/>
                  <a:gd name="T75" fmla="*/ 359345 h 1186"/>
                  <a:gd name="T76" fmla="*/ 127302 w 852"/>
                  <a:gd name="T77" fmla="*/ 359345 h 1186"/>
                  <a:gd name="T78" fmla="*/ 106445 w 852"/>
                  <a:gd name="T79" fmla="*/ 338821 h 11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852" h="1186">
                    <a:moveTo>
                      <a:pt x="278" y="1109"/>
                    </a:moveTo>
                    <a:lnTo>
                      <a:pt x="184" y="1109"/>
                    </a:lnTo>
                    <a:lnTo>
                      <a:pt x="184" y="1014"/>
                    </a:lnTo>
                    <a:lnTo>
                      <a:pt x="278" y="1014"/>
                    </a:lnTo>
                    <a:lnTo>
                      <a:pt x="278" y="1109"/>
                    </a:lnTo>
                    <a:close/>
                    <a:moveTo>
                      <a:pt x="296" y="941"/>
                    </a:moveTo>
                    <a:lnTo>
                      <a:pt x="167" y="941"/>
                    </a:lnTo>
                    <a:cubicBezTo>
                      <a:pt x="166" y="941"/>
                      <a:pt x="166" y="941"/>
                      <a:pt x="166" y="941"/>
                    </a:cubicBezTo>
                    <a:cubicBezTo>
                      <a:pt x="105" y="848"/>
                      <a:pt x="74" y="743"/>
                      <a:pt x="74" y="634"/>
                    </a:cubicBezTo>
                    <a:cubicBezTo>
                      <a:pt x="74" y="485"/>
                      <a:pt x="132" y="343"/>
                      <a:pt x="238" y="238"/>
                    </a:cubicBezTo>
                    <a:cubicBezTo>
                      <a:pt x="343" y="132"/>
                      <a:pt x="484" y="74"/>
                      <a:pt x="634" y="74"/>
                    </a:cubicBezTo>
                    <a:cubicBezTo>
                      <a:pt x="690" y="74"/>
                      <a:pt x="745" y="83"/>
                      <a:pt x="798" y="99"/>
                    </a:cubicBezTo>
                    <a:cubicBezTo>
                      <a:pt x="818" y="105"/>
                      <a:pt x="838" y="93"/>
                      <a:pt x="844" y="74"/>
                    </a:cubicBezTo>
                    <a:cubicBezTo>
                      <a:pt x="851" y="55"/>
                      <a:pt x="839" y="34"/>
                      <a:pt x="820" y="28"/>
                    </a:cubicBezTo>
                    <a:cubicBezTo>
                      <a:pt x="760" y="9"/>
                      <a:pt x="697" y="0"/>
                      <a:pt x="634" y="0"/>
                    </a:cubicBezTo>
                    <a:cubicBezTo>
                      <a:pt x="465" y="0"/>
                      <a:pt x="305" y="65"/>
                      <a:pt x="185" y="185"/>
                    </a:cubicBezTo>
                    <a:cubicBezTo>
                      <a:pt x="65" y="305"/>
                      <a:pt x="0" y="464"/>
                      <a:pt x="0" y="634"/>
                    </a:cubicBezTo>
                    <a:cubicBezTo>
                      <a:pt x="0" y="761"/>
                      <a:pt x="38" y="884"/>
                      <a:pt x="110" y="989"/>
                    </a:cubicBezTo>
                    <a:cubicBezTo>
                      <a:pt x="110" y="992"/>
                      <a:pt x="110" y="995"/>
                      <a:pt x="110" y="998"/>
                    </a:cubicBezTo>
                    <a:lnTo>
                      <a:pt x="110" y="1127"/>
                    </a:lnTo>
                    <a:cubicBezTo>
                      <a:pt x="110" y="1158"/>
                      <a:pt x="135" y="1185"/>
                      <a:pt x="167" y="1185"/>
                    </a:cubicBezTo>
                    <a:lnTo>
                      <a:pt x="296" y="1185"/>
                    </a:lnTo>
                    <a:cubicBezTo>
                      <a:pt x="327" y="1185"/>
                      <a:pt x="354" y="1158"/>
                      <a:pt x="354" y="1127"/>
                    </a:cubicBezTo>
                    <a:lnTo>
                      <a:pt x="354" y="998"/>
                    </a:lnTo>
                    <a:cubicBezTo>
                      <a:pt x="354" y="966"/>
                      <a:pt x="327" y="941"/>
                      <a:pt x="296" y="94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217"/>
                <a:endParaRPr lang="en-US">
                  <a:solidFill>
                    <a:srgbClr val="737572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B8B2077-7AA8-8544-BA97-5419F33B962F}"/>
              </a:ext>
            </a:extLst>
          </p:cNvPr>
          <p:cNvSpPr txBox="1"/>
          <p:nvPr/>
        </p:nvSpPr>
        <p:spPr>
          <a:xfrm>
            <a:off x="5575926" y="3265687"/>
            <a:ext cx="2744866" cy="900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>
              <a:lnSpc>
                <a:spcPts val="2150"/>
              </a:lnSpc>
            </a:pPr>
            <a:r>
              <a:rPr lang="en-US" sz="12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Five-point likelihood and impact scales applied consistently across all identified risks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2032D8B-8B51-8E48-8C67-8699F080C1A4}"/>
              </a:ext>
            </a:extLst>
          </p:cNvPr>
          <p:cNvSpPr txBox="1"/>
          <p:nvPr/>
        </p:nvSpPr>
        <p:spPr>
          <a:xfrm>
            <a:off x="9384195" y="3237409"/>
            <a:ext cx="2806216" cy="900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>
              <a:lnSpc>
                <a:spcPts val="2150"/>
              </a:lnSpc>
            </a:pPr>
            <a:r>
              <a:rPr lang="en-US" sz="12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Inherent risk assessed prior to controls, with residual risk evaluated after considering existing controls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B90085B-F05D-974D-AFF5-0EA07D82C539}"/>
              </a:ext>
            </a:extLst>
          </p:cNvPr>
          <p:cNvSpPr txBox="1"/>
          <p:nvPr/>
        </p:nvSpPr>
        <p:spPr>
          <a:xfrm>
            <a:off x="7822648" y="4735760"/>
            <a:ext cx="3488890" cy="61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>
              <a:lnSpc>
                <a:spcPts val="2150"/>
              </a:lnSpc>
            </a:pPr>
            <a:r>
              <a:rPr lang="en-US" sz="1200" dirty="0">
                <a:solidFill>
                  <a:srgbClr val="FFFFFF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Preventive and detective controls applied to reduce risk likelihood, impact, or both</a:t>
            </a:r>
          </a:p>
        </p:txBody>
      </p:sp>
    </p:spTree>
    <p:extLst>
      <p:ext uri="{BB962C8B-B14F-4D97-AF65-F5344CB8AC3E}">
        <p14:creationId xmlns:p14="http://schemas.microsoft.com/office/powerpoint/2010/main" val="200537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5B3A47-FEFB-7F44-94D0-F9E5CFDBEA8D}"/>
              </a:ext>
            </a:extLst>
          </p:cNvPr>
          <p:cNvGrpSpPr/>
          <p:nvPr/>
        </p:nvGrpSpPr>
        <p:grpSpPr>
          <a:xfrm>
            <a:off x="272901" y="516220"/>
            <a:ext cx="3969490" cy="1765260"/>
            <a:chOff x="4846062" y="1032440"/>
            <a:chExt cx="4780306" cy="35305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4444533-DB79-BA45-90AE-A806B4D613DE}"/>
                </a:ext>
              </a:extLst>
            </p:cNvPr>
            <p:cNvGrpSpPr/>
            <p:nvPr/>
          </p:nvGrpSpPr>
          <p:grpSpPr>
            <a:xfrm>
              <a:off x="4846062" y="1032440"/>
              <a:ext cx="4780306" cy="3530518"/>
              <a:chOff x="4846062" y="633855"/>
              <a:chExt cx="4780306" cy="353051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BAB834-84FA-3A4B-9D99-444FCB5FA429}"/>
                  </a:ext>
                </a:extLst>
              </p:cNvPr>
              <p:cNvSpPr txBox="1"/>
              <p:nvPr/>
            </p:nvSpPr>
            <p:spPr>
              <a:xfrm>
                <a:off x="4846062" y="1209717"/>
                <a:ext cx="4780306" cy="2954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>
                    <a:solidFill>
                      <a:schemeClr val="tx2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Inherent Risk Heat Map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7BC940-9566-FD44-B631-3B433F465985}"/>
                  </a:ext>
                </a:extLst>
              </p:cNvPr>
              <p:cNvSpPr txBox="1"/>
              <p:nvPr/>
            </p:nvSpPr>
            <p:spPr>
              <a:xfrm>
                <a:off x="4924441" y="633855"/>
                <a:ext cx="456920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spc="150" dirty="0">
                    <a:latin typeface="Lato Medium" panose="020F0502020204030203" pitchFamily="34" charset="0"/>
                    <a:ea typeface="Lato Medium" panose="020F0502020204030203" pitchFamily="34" charset="0"/>
                    <a:cs typeface="Lato Medium" panose="020F0502020204030203" pitchFamily="34" charset="0"/>
                  </a:rPr>
                  <a:t>Risk Assessment Results</a:t>
                </a: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1929AB8-F939-084A-82BA-7A736F678DD8}"/>
                </a:ext>
              </a:extLst>
            </p:cNvPr>
            <p:cNvSpPr/>
            <p:nvPr/>
          </p:nvSpPr>
          <p:spPr>
            <a:xfrm>
              <a:off x="4950565" y="3508265"/>
              <a:ext cx="110118" cy="1864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900">
                <a:solidFill>
                  <a:schemeClr val="tx2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27F296-11BF-1449-8A24-B4D6139AAD30}"/>
              </a:ext>
            </a:extLst>
          </p:cNvPr>
          <p:cNvGrpSpPr/>
          <p:nvPr/>
        </p:nvGrpSpPr>
        <p:grpSpPr>
          <a:xfrm>
            <a:off x="218861" y="2916905"/>
            <a:ext cx="3913316" cy="1465209"/>
            <a:chOff x="9057074" y="9563203"/>
            <a:chExt cx="7826631" cy="29211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85AF8B1-3E73-6247-8E09-23677E55C39D}"/>
                </a:ext>
              </a:extLst>
            </p:cNvPr>
            <p:cNvGrpSpPr/>
            <p:nvPr/>
          </p:nvGrpSpPr>
          <p:grpSpPr>
            <a:xfrm>
              <a:off x="9057074" y="10084672"/>
              <a:ext cx="1612004" cy="1612003"/>
              <a:chOff x="3097067" y="6670628"/>
              <a:chExt cx="2519748" cy="2519746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D1D6956-DE54-EE4A-81A8-8404376A86DB}"/>
                  </a:ext>
                </a:extLst>
              </p:cNvPr>
              <p:cNvSpPr/>
              <p:nvPr/>
            </p:nvSpPr>
            <p:spPr>
              <a:xfrm>
                <a:off x="3097067" y="6670628"/>
                <a:ext cx="2519748" cy="251974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5F0D214-5ADB-2D44-B63F-C874A7BE686F}"/>
                  </a:ext>
                </a:extLst>
              </p:cNvPr>
              <p:cNvGrpSpPr/>
              <p:nvPr/>
            </p:nvGrpSpPr>
            <p:grpSpPr>
              <a:xfrm>
                <a:off x="3741436" y="7355605"/>
                <a:ext cx="1231008" cy="1231006"/>
                <a:chOff x="5123329" y="2255652"/>
                <a:chExt cx="1078109" cy="1078108"/>
              </a:xfrm>
              <a:solidFill>
                <a:schemeClr val="bg1"/>
              </a:solidFill>
            </p:grpSpPr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F1D303AC-1C9C-6B4D-89FE-583B4EBB7A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7988" y="2446566"/>
                  <a:ext cx="688792" cy="688792"/>
                </a:xfrm>
                <a:custGeom>
                  <a:avLst/>
                  <a:gdLst>
                    <a:gd name="T0" fmla="*/ 206484 w 812"/>
                    <a:gd name="T1" fmla="*/ 78781 h 812"/>
                    <a:gd name="T2" fmla="*/ 197132 w 812"/>
                    <a:gd name="T3" fmla="*/ 47125 h 812"/>
                    <a:gd name="T4" fmla="*/ 191736 w 812"/>
                    <a:gd name="T5" fmla="*/ 35613 h 812"/>
                    <a:gd name="T6" fmla="*/ 244616 w 812"/>
                    <a:gd name="T7" fmla="*/ 78781 h 812"/>
                    <a:gd name="T8" fmla="*/ 191736 w 812"/>
                    <a:gd name="T9" fmla="*/ 255767 h 812"/>
                    <a:gd name="T10" fmla="*/ 197132 w 812"/>
                    <a:gd name="T11" fmla="*/ 244616 h 812"/>
                    <a:gd name="T12" fmla="*/ 244975 w 812"/>
                    <a:gd name="T13" fmla="*/ 212240 h 812"/>
                    <a:gd name="T14" fmla="*/ 191736 w 812"/>
                    <a:gd name="T15" fmla="*/ 255767 h 812"/>
                    <a:gd name="T16" fmla="*/ 84896 w 812"/>
                    <a:gd name="T17" fmla="*/ 212240 h 812"/>
                    <a:gd name="T18" fmla="*/ 94968 w 812"/>
                    <a:gd name="T19" fmla="*/ 244616 h 812"/>
                    <a:gd name="T20" fmla="*/ 100005 w 812"/>
                    <a:gd name="T21" fmla="*/ 255767 h 812"/>
                    <a:gd name="T22" fmla="*/ 46405 w 812"/>
                    <a:gd name="T23" fmla="*/ 212240 h 812"/>
                    <a:gd name="T24" fmla="*/ 100005 w 812"/>
                    <a:gd name="T25" fmla="*/ 35613 h 812"/>
                    <a:gd name="T26" fmla="*/ 94968 w 812"/>
                    <a:gd name="T27" fmla="*/ 47125 h 812"/>
                    <a:gd name="T28" fmla="*/ 47484 w 812"/>
                    <a:gd name="T29" fmla="*/ 78781 h 812"/>
                    <a:gd name="T30" fmla="*/ 100005 w 812"/>
                    <a:gd name="T31" fmla="*/ 35613 h 812"/>
                    <a:gd name="T32" fmla="*/ 26620 w 812"/>
                    <a:gd name="T33" fmla="*/ 146050 h 812"/>
                    <a:gd name="T34" fmla="*/ 79860 w 812"/>
                    <a:gd name="T35" fmla="*/ 105401 h 812"/>
                    <a:gd name="T36" fmla="*/ 77701 w 812"/>
                    <a:gd name="T37" fmla="*/ 146050 h 812"/>
                    <a:gd name="T38" fmla="*/ 79860 w 812"/>
                    <a:gd name="T39" fmla="*/ 185260 h 812"/>
                    <a:gd name="T40" fmla="*/ 33095 w 812"/>
                    <a:gd name="T41" fmla="*/ 185260 h 812"/>
                    <a:gd name="T42" fmla="*/ 100005 w 812"/>
                    <a:gd name="T43" fmla="*/ 35613 h 812"/>
                    <a:gd name="T44" fmla="*/ 146050 w 812"/>
                    <a:gd name="T45" fmla="*/ 264761 h 812"/>
                    <a:gd name="T46" fmla="*/ 179505 w 812"/>
                    <a:gd name="T47" fmla="*/ 212240 h 812"/>
                    <a:gd name="T48" fmla="*/ 146050 w 812"/>
                    <a:gd name="T49" fmla="*/ 264761 h 812"/>
                    <a:gd name="T50" fmla="*/ 187059 w 812"/>
                    <a:gd name="T51" fmla="*/ 146050 h 812"/>
                    <a:gd name="T52" fmla="*/ 107199 w 812"/>
                    <a:gd name="T53" fmla="*/ 185260 h 812"/>
                    <a:gd name="T54" fmla="*/ 104321 w 812"/>
                    <a:gd name="T55" fmla="*/ 146050 h 812"/>
                    <a:gd name="T56" fmla="*/ 107199 w 812"/>
                    <a:gd name="T57" fmla="*/ 105401 h 812"/>
                    <a:gd name="T58" fmla="*/ 184181 w 812"/>
                    <a:gd name="T59" fmla="*/ 105401 h 812"/>
                    <a:gd name="T60" fmla="*/ 265120 w 812"/>
                    <a:gd name="T61" fmla="*/ 146050 h 812"/>
                    <a:gd name="T62" fmla="*/ 258285 w 812"/>
                    <a:gd name="T63" fmla="*/ 185260 h 812"/>
                    <a:gd name="T64" fmla="*/ 211521 w 812"/>
                    <a:gd name="T65" fmla="*/ 185260 h 812"/>
                    <a:gd name="T66" fmla="*/ 214039 w 812"/>
                    <a:gd name="T67" fmla="*/ 146050 h 812"/>
                    <a:gd name="T68" fmla="*/ 257926 w 812"/>
                    <a:gd name="T69" fmla="*/ 105401 h 812"/>
                    <a:gd name="T70" fmla="*/ 265120 w 812"/>
                    <a:gd name="T71" fmla="*/ 146050 h 812"/>
                    <a:gd name="T72" fmla="*/ 112595 w 812"/>
                    <a:gd name="T73" fmla="*/ 78781 h 812"/>
                    <a:gd name="T74" fmla="*/ 146050 w 812"/>
                    <a:gd name="T75" fmla="*/ 26620 h 812"/>
                    <a:gd name="T76" fmla="*/ 179505 w 812"/>
                    <a:gd name="T77" fmla="*/ 78781 h 812"/>
                    <a:gd name="T78" fmla="*/ 12950 w 812"/>
                    <a:gd name="T79" fmla="*/ 85616 h 812"/>
                    <a:gd name="T80" fmla="*/ 12231 w 812"/>
                    <a:gd name="T81" fmla="*/ 87414 h 812"/>
                    <a:gd name="T82" fmla="*/ 0 w 812"/>
                    <a:gd name="T83" fmla="*/ 146050 h 812"/>
                    <a:gd name="T84" fmla="*/ 146050 w 812"/>
                    <a:gd name="T85" fmla="*/ 291740 h 812"/>
                    <a:gd name="T86" fmla="*/ 291740 w 812"/>
                    <a:gd name="T87" fmla="*/ 146050 h 812"/>
                    <a:gd name="T88" fmla="*/ 279509 w 812"/>
                    <a:gd name="T89" fmla="*/ 87414 h 812"/>
                    <a:gd name="T90" fmla="*/ 278430 w 812"/>
                    <a:gd name="T91" fmla="*/ 85616 h 812"/>
                    <a:gd name="T92" fmla="*/ 146050 w 812"/>
                    <a:gd name="T93" fmla="*/ 0 h 812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812" h="812">
                      <a:moveTo>
                        <a:pt x="680" y="219"/>
                      </a:moveTo>
                      <a:lnTo>
                        <a:pt x="574" y="219"/>
                      </a:lnTo>
                      <a:cubicBezTo>
                        <a:pt x="567" y="187"/>
                        <a:pt x="558" y="157"/>
                        <a:pt x="548" y="131"/>
                      </a:cubicBezTo>
                      <a:cubicBezTo>
                        <a:pt x="542" y="120"/>
                        <a:pt x="537" y="110"/>
                        <a:pt x="533" y="99"/>
                      </a:cubicBezTo>
                      <a:cubicBezTo>
                        <a:pt x="592" y="124"/>
                        <a:pt x="643" y="166"/>
                        <a:pt x="680" y="219"/>
                      </a:cubicBezTo>
                      <a:close/>
                      <a:moveTo>
                        <a:pt x="533" y="711"/>
                      </a:moveTo>
                      <a:lnTo>
                        <a:pt x="533" y="711"/>
                      </a:lnTo>
                      <a:cubicBezTo>
                        <a:pt x="537" y="702"/>
                        <a:pt x="542" y="692"/>
                        <a:pt x="548" y="680"/>
                      </a:cubicBezTo>
                      <a:cubicBezTo>
                        <a:pt x="558" y="653"/>
                        <a:pt x="569" y="622"/>
                        <a:pt x="576" y="590"/>
                      </a:cubicBezTo>
                      <a:lnTo>
                        <a:pt x="681" y="590"/>
                      </a:lnTo>
                      <a:cubicBezTo>
                        <a:pt x="646" y="643"/>
                        <a:pt x="594" y="685"/>
                        <a:pt x="533" y="711"/>
                      </a:cubicBezTo>
                      <a:close/>
                      <a:moveTo>
                        <a:pt x="129" y="590"/>
                      </a:moveTo>
                      <a:lnTo>
                        <a:pt x="236" y="590"/>
                      </a:lnTo>
                      <a:cubicBezTo>
                        <a:pt x="243" y="622"/>
                        <a:pt x="252" y="653"/>
                        <a:pt x="264" y="680"/>
                      </a:cubicBezTo>
                      <a:cubicBezTo>
                        <a:pt x="268" y="692"/>
                        <a:pt x="273" y="702"/>
                        <a:pt x="278" y="711"/>
                      </a:cubicBezTo>
                      <a:cubicBezTo>
                        <a:pt x="217" y="685"/>
                        <a:pt x="166" y="643"/>
                        <a:pt x="129" y="590"/>
                      </a:cubicBezTo>
                      <a:close/>
                      <a:moveTo>
                        <a:pt x="278" y="99"/>
                      </a:moveTo>
                      <a:lnTo>
                        <a:pt x="278" y="99"/>
                      </a:lnTo>
                      <a:cubicBezTo>
                        <a:pt x="273" y="110"/>
                        <a:pt x="268" y="120"/>
                        <a:pt x="264" y="131"/>
                      </a:cubicBezTo>
                      <a:cubicBezTo>
                        <a:pt x="252" y="157"/>
                        <a:pt x="243" y="187"/>
                        <a:pt x="236" y="219"/>
                      </a:cubicBezTo>
                      <a:lnTo>
                        <a:pt x="132" y="219"/>
                      </a:lnTo>
                      <a:cubicBezTo>
                        <a:pt x="167" y="166"/>
                        <a:pt x="217" y="124"/>
                        <a:pt x="278" y="99"/>
                      </a:cubicBezTo>
                      <a:lnTo>
                        <a:pt x="74" y="406"/>
                      </a:lnTo>
                      <a:cubicBezTo>
                        <a:pt x="74" y="366"/>
                        <a:pt x="82" y="329"/>
                        <a:pt x="93" y="293"/>
                      </a:cubicBezTo>
                      <a:lnTo>
                        <a:pt x="222" y="293"/>
                      </a:lnTo>
                      <a:cubicBezTo>
                        <a:pt x="217" y="329"/>
                        <a:pt x="216" y="367"/>
                        <a:pt x="216" y="406"/>
                      </a:cubicBezTo>
                      <a:cubicBezTo>
                        <a:pt x="216" y="443"/>
                        <a:pt x="217" y="480"/>
                        <a:pt x="222" y="515"/>
                      </a:cubicBezTo>
                      <a:lnTo>
                        <a:pt x="92" y="515"/>
                      </a:lnTo>
                      <a:cubicBezTo>
                        <a:pt x="80" y="480"/>
                        <a:pt x="74" y="444"/>
                        <a:pt x="74" y="406"/>
                      </a:cubicBezTo>
                      <a:lnTo>
                        <a:pt x="278" y="99"/>
                      </a:lnTo>
                      <a:close/>
                      <a:moveTo>
                        <a:pt x="406" y="736"/>
                      </a:moveTo>
                      <a:lnTo>
                        <a:pt x="406" y="736"/>
                      </a:lnTo>
                      <a:cubicBezTo>
                        <a:pt x="375" y="736"/>
                        <a:pt x="336" y="683"/>
                        <a:pt x="311" y="590"/>
                      </a:cubicBezTo>
                      <a:lnTo>
                        <a:pt x="499" y="590"/>
                      </a:lnTo>
                      <a:cubicBezTo>
                        <a:pt x="476" y="683"/>
                        <a:pt x="435" y="736"/>
                        <a:pt x="406" y="736"/>
                      </a:cubicBezTo>
                      <a:close/>
                      <a:moveTo>
                        <a:pt x="520" y="406"/>
                      </a:moveTo>
                      <a:lnTo>
                        <a:pt x="520" y="406"/>
                      </a:lnTo>
                      <a:cubicBezTo>
                        <a:pt x="520" y="444"/>
                        <a:pt x="518" y="481"/>
                        <a:pt x="514" y="515"/>
                      </a:cubicBezTo>
                      <a:lnTo>
                        <a:pt x="298" y="515"/>
                      </a:lnTo>
                      <a:cubicBezTo>
                        <a:pt x="293" y="481"/>
                        <a:pt x="290" y="444"/>
                        <a:pt x="290" y="406"/>
                      </a:cubicBezTo>
                      <a:cubicBezTo>
                        <a:pt x="290" y="364"/>
                        <a:pt x="293" y="327"/>
                        <a:pt x="298" y="293"/>
                      </a:cubicBezTo>
                      <a:lnTo>
                        <a:pt x="512" y="293"/>
                      </a:lnTo>
                      <a:cubicBezTo>
                        <a:pt x="518" y="327"/>
                        <a:pt x="520" y="364"/>
                        <a:pt x="520" y="406"/>
                      </a:cubicBezTo>
                      <a:close/>
                      <a:moveTo>
                        <a:pt x="737" y="406"/>
                      </a:moveTo>
                      <a:lnTo>
                        <a:pt x="737" y="406"/>
                      </a:lnTo>
                      <a:cubicBezTo>
                        <a:pt x="737" y="444"/>
                        <a:pt x="730" y="480"/>
                        <a:pt x="718" y="515"/>
                      </a:cubicBezTo>
                      <a:lnTo>
                        <a:pt x="588" y="515"/>
                      </a:lnTo>
                      <a:cubicBezTo>
                        <a:pt x="592" y="480"/>
                        <a:pt x="595" y="443"/>
                        <a:pt x="595" y="406"/>
                      </a:cubicBezTo>
                      <a:cubicBezTo>
                        <a:pt x="595" y="367"/>
                        <a:pt x="592" y="329"/>
                        <a:pt x="588" y="293"/>
                      </a:cubicBezTo>
                      <a:lnTo>
                        <a:pt x="717" y="293"/>
                      </a:lnTo>
                      <a:cubicBezTo>
                        <a:pt x="730" y="329"/>
                        <a:pt x="737" y="366"/>
                        <a:pt x="737" y="406"/>
                      </a:cubicBezTo>
                      <a:close/>
                      <a:moveTo>
                        <a:pt x="499" y="219"/>
                      </a:moveTo>
                      <a:lnTo>
                        <a:pt x="313" y="219"/>
                      </a:lnTo>
                      <a:cubicBezTo>
                        <a:pt x="336" y="127"/>
                        <a:pt x="375" y="74"/>
                        <a:pt x="406" y="74"/>
                      </a:cubicBezTo>
                      <a:cubicBezTo>
                        <a:pt x="435" y="74"/>
                        <a:pt x="474" y="127"/>
                        <a:pt x="499" y="219"/>
                      </a:cubicBezTo>
                      <a:close/>
                      <a:moveTo>
                        <a:pt x="36" y="238"/>
                      </a:moveTo>
                      <a:lnTo>
                        <a:pt x="36" y="238"/>
                      </a:lnTo>
                      <a:cubicBezTo>
                        <a:pt x="34" y="240"/>
                        <a:pt x="34" y="241"/>
                        <a:pt x="34" y="243"/>
                      </a:cubicBezTo>
                      <a:cubicBezTo>
                        <a:pt x="12" y="293"/>
                        <a:pt x="0" y="348"/>
                        <a:pt x="0" y="406"/>
                      </a:cubicBezTo>
                      <a:cubicBezTo>
                        <a:pt x="0" y="629"/>
                        <a:pt x="182" y="811"/>
                        <a:pt x="406" y="811"/>
                      </a:cubicBezTo>
                      <a:cubicBezTo>
                        <a:pt x="630" y="811"/>
                        <a:pt x="811" y="629"/>
                        <a:pt x="811" y="406"/>
                      </a:cubicBezTo>
                      <a:cubicBezTo>
                        <a:pt x="811" y="348"/>
                        <a:pt x="800" y="293"/>
                        <a:pt x="777" y="243"/>
                      </a:cubicBezTo>
                      <a:cubicBezTo>
                        <a:pt x="776" y="241"/>
                        <a:pt x="776" y="240"/>
                        <a:pt x="774" y="238"/>
                      </a:cubicBezTo>
                      <a:cubicBezTo>
                        <a:pt x="711" y="98"/>
                        <a:pt x="570" y="0"/>
                        <a:pt x="406" y="0"/>
                      </a:cubicBezTo>
                      <a:cubicBezTo>
                        <a:pt x="241" y="0"/>
                        <a:pt x="99" y="98"/>
                        <a:pt x="36" y="2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900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190370C8-6A84-8F46-A247-ABE5A95AF5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8904" y="2364210"/>
                  <a:ext cx="692534" cy="969550"/>
                </a:xfrm>
                <a:custGeom>
                  <a:avLst/>
                  <a:gdLst>
                    <a:gd name="T0" fmla="*/ 204571 w 814"/>
                    <a:gd name="T1" fmla="*/ 26666 h 1141"/>
                    <a:gd name="T2" fmla="*/ 239207 w 814"/>
                    <a:gd name="T3" fmla="*/ 26666 h 1141"/>
                    <a:gd name="T4" fmla="*/ 239207 w 814"/>
                    <a:gd name="T5" fmla="*/ 61620 h 1141"/>
                    <a:gd name="T6" fmla="*/ 204571 w 814"/>
                    <a:gd name="T7" fmla="*/ 61620 h 1141"/>
                    <a:gd name="T8" fmla="*/ 204571 w 814"/>
                    <a:gd name="T9" fmla="*/ 26666 h 1141"/>
                    <a:gd name="T10" fmla="*/ 265545 w 814"/>
                    <a:gd name="T11" fmla="*/ 73152 h 1141"/>
                    <a:gd name="T12" fmla="*/ 265545 w 814"/>
                    <a:gd name="T13" fmla="*/ 73152 h 1141"/>
                    <a:gd name="T14" fmla="*/ 265906 w 814"/>
                    <a:gd name="T15" fmla="*/ 67386 h 1141"/>
                    <a:gd name="T16" fmla="*/ 265906 w 814"/>
                    <a:gd name="T17" fmla="*/ 20900 h 1141"/>
                    <a:gd name="T18" fmla="*/ 265906 w 814"/>
                    <a:gd name="T19" fmla="*/ 20900 h 1141"/>
                    <a:gd name="T20" fmla="*/ 245340 w 814"/>
                    <a:gd name="T21" fmla="*/ 0 h 1141"/>
                    <a:gd name="T22" fmla="*/ 198437 w 814"/>
                    <a:gd name="T23" fmla="*/ 0 h 1141"/>
                    <a:gd name="T24" fmla="*/ 198437 w 814"/>
                    <a:gd name="T25" fmla="*/ 0 h 1141"/>
                    <a:gd name="T26" fmla="*/ 177872 w 814"/>
                    <a:gd name="T27" fmla="*/ 20900 h 1141"/>
                    <a:gd name="T28" fmla="*/ 177872 w 814"/>
                    <a:gd name="T29" fmla="*/ 67386 h 1141"/>
                    <a:gd name="T30" fmla="*/ 177872 w 814"/>
                    <a:gd name="T31" fmla="*/ 67386 h 1141"/>
                    <a:gd name="T32" fmla="*/ 198437 w 814"/>
                    <a:gd name="T33" fmla="*/ 88287 h 1141"/>
                    <a:gd name="T34" fmla="*/ 242815 w 814"/>
                    <a:gd name="T35" fmla="*/ 88287 h 1141"/>
                    <a:gd name="T36" fmla="*/ 242815 w 814"/>
                    <a:gd name="T37" fmla="*/ 88287 h 1141"/>
                    <a:gd name="T38" fmla="*/ 266267 w 814"/>
                    <a:gd name="T39" fmla="*/ 182699 h 1141"/>
                    <a:gd name="T40" fmla="*/ 266267 w 814"/>
                    <a:gd name="T41" fmla="*/ 182699 h 1141"/>
                    <a:gd name="T42" fmla="*/ 207096 w 814"/>
                    <a:gd name="T43" fmla="*/ 325399 h 1141"/>
                    <a:gd name="T44" fmla="*/ 207096 w 814"/>
                    <a:gd name="T45" fmla="*/ 325399 h 1141"/>
                    <a:gd name="T46" fmla="*/ 64582 w 814"/>
                    <a:gd name="T47" fmla="*/ 383776 h 1141"/>
                    <a:gd name="T48" fmla="*/ 64582 w 814"/>
                    <a:gd name="T49" fmla="*/ 383776 h 1141"/>
                    <a:gd name="T50" fmla="*/ 17679 w 814"/>
                    <a:gd name="T51" fmla="*/ 378371 h 1141"/>
                    <a:gd name="T52" fmla="*/ 17679 w 814"/>
                    <a:gd name="T53" fmla="*/ 378371 h 1141"/>
                    <a:gd name="T54" fmla="*/ 1443 w 814"/>
                    <a:gd name="T55" fmla="*/ 388461 h 1141"/>
                    <a:gd name="T56" fmla="*/ 1443 w 814"/>
                    <a:gd name="T57" fmla="*/ 388461 h 1141"/>
                    <a:gd name="T58" fmla="*/ 10824 w 814"/>
                    <a:gd name="T59" fmla="*/ 404677 h 1141"/>
                    <a:gd name="T60" fmla="*/ 10824 w 814"/>
                    <a:gd name="T61" fmla="*/ 404677 h 1141"/>
                    <a:gd name="T62" fmla="*/ 64582 w 814"/>
                    <a:gd name="T63" fmla="*/ 410803 h 1141"/>
                    <a:gd name="T64" fmla="*/ 64582 w 814"/>
                    <a:gd name="T65" fmla="*/ 410803 h 1141"/>
                    <a:gd name="T66" fmla="*/ 225858 w 814"/>
                    <a:gd name="T67" fmla="*/ 343777 h 1141"/>
                    <a:gd name="T68" fmla="*/ 225858 w 814"/>
                    <a:gd name="T69" fmla="*/ 343777 h 1141"/>
                    <a:gd name="T70" fmla="*/ 293326 w 814"/>
                    <a:gd name="T71" fmla="*/ 182699 h 1141"/>
                    <a:gd name="T72" fmla="*/ 293326 w 814"/>
                    <a:gd name="T73" fmla="*/ 182699 h 1141"/>
                    <a:gd name="T74" fmla="*/ 265545 w 814"/>
                    <a:gd name="T75" fmla="*/ 73152 h 1141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814" h="1141">
                      <a:moveTo>
                        <a:pt x="567" y="74"/>
                      </a:moveTo>
                      <a:lnTo>
                        <a:pt x="663" y="74"/>
                      </a:lnTo>
                      <a:lnTo>
                        <a:pt x="663" y="171"/>
                      </a:lnTo>
                      <a:lnTo>
                        <a:pt x="567" y="171"/>
                      </a:lnTo>
                      <a:lnTo>
                        <a:pt x="567" y="74"/>
                      </a:lnTo>
                      <a:close/>
                      <a:moveTo>
                        <a:pt x="736" y="203"/>
                      </a:moveTo>
                      <a:lnTo>
                        <a:pt x="736" y="203"/>
                      </a:lnTo>
                      <a:cubicBezTo>
                        <a:pt x="736" y="197"/>
                        <a:pt x="737" y="193"/>
                        <a:pt x="737" y="187"/>
                      </a:cubicBezTo>
                      <a:lnTo>
                        <a:pt x="737" y="58"/>
                      </a:lnTo>
                      <a:cubicBezTo>
                        <a:pt x="737" y="27"/>
                        <a:pt x="710" y="0"/>
                        <a:pt x="680" y="0"/>
                      </a:cubicBezTo>
                      <a:lnTo>
                        <a:pt x="550" y="0"/>
                      </a:lnTo>
                      <a:cubicBezTo>
                        <a:pt x="519" y="0"/>
                        <a:pt x="493" y="27"/>
                        <a:pt x="493" y="58"/>
                      </a:cubicBezTo>
                      <a:lnTo>
                        <a:pt x="493" y="187"/>
                      </a:lnTo>
                      <a:cubicBezTo>
                        <a:pt x="493" y="220"/>
                        <a:pt x="519" y="245"/>
                        <a:pt x="550" y="245"/>
                      </a:cubicBezTo>
                      <a:lnTo>
                        <a:pt x="673" y="245"/>
                      </a:lnTo>
                      <a:cubicBezTo>
                        <a:pt x="716" y="325"/>
                        <a:pt x="738" y="415"/>
                        <a:pt x="738" y="507"/>
                      </a:cubicBezTo>
                      <a:cubicBezTo>
                        <a:pt x="738" y="656"/>
                        <a:pt x="680" y="795"/>
                        <a:pt x="574" y="903"/>
                      </a:cubicBezTo>
                      <a:cubicBezTo>
                        <a:pt x="469" y="1007"/>
                        <a:pt x="328" y="1065"/>
                        <a:pt x="179" y="1065"/>
                      </a:cubicBezTo>
                      <a:cubicBezTo>
                        <a:pt x="135" y="1065"/>
                        <a:pt x="91" y="1061"/>
                        <a:pt x="49" y="1050"/>
                      </a:cubicBezTo>
                      <a:cubicBezTo>
                        <a:pt x="29" y="1046"/>
                        <a:pt x="9" y="1058"/>
                        <a:pt x="4" y="1078"/>
                      </a:cubicBezTo>
                      <a:cubicBezTo>
                        <a:pt x="0" y="1098"/>
                        <a:pt x="11" y="1119"/>
                        <a:pt x="30" y="1123"/>
                      </a:cubicBezTo>
                      <a:cubicBezTo>
                        <a:pt x="79" y="1135"/>
                        <a:pt x="128" y="1140"/>
                        <a:pt x="179" y="1140"/>
                      </a:cubicBezTo>
                      <a:cubicBezTo>
                        <a:pt x="347" y="1140"/>
                        <a:pt x="507" y="1074"/>
                        <a:pt x="626" y="954"/>
                      </a:cubicBezTo>
                      <a:cubicBezTo>
                        <a:pt x="746" y="834"/>
                        <a:pt x="813" y="676"/>
                        <a:pt x="813" y="507"/>
                      </a:cubicBezTo>
                      <a:cubicBezTo>
                        <a:pt x="813" y="400"/>
                        <a:pt x="786" y="295"/>
                        <a:pt x="736" y="2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900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B676B22D-0597-D947-A165-5B58C92556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23329" y="2255652"/>
                  <a:ext cx="722484" cy="1006982"/>
                </a:xfrm>
                <a:custGeom>
                  <a:avLst/>
                  <a:gdLst>
                    <a:gd name="T0" fmla="*/ 99972 w 852"/>
                    <a:gd name="T1" fmla="*/ 399312 h 1186"/>
                    <a:gd name="T2" fmla="*/ 66168 w 852"/>
                    <a:gd name="T3" fmla="*/ 399312 h 1186"/>
                    <a:gd name="T4" fmla="*/ 66168 w 852"/>
                    <a:gd name="T5" fmla="*/ 365106 h 1186"/>
                    <a:gd name="T6" fmla="*/ 99972 w 852"/>
                    <a:gd name="T7" fmla="*/ 365106 h 1186"/>
                    <a:gd name="T8" fmla="*/ 99972 w 852"/>
                    <a:gd name="T9" fmla="*/ 399312 h 1186"/>
                    <a:gd name="T10" fmla="*/ 106445 w 852"/>
                    <a:gd name="T11" fmla="*/ 338821 h 1186"/>
                    <a:gd name="T12" fmla="*/ 60055 w 852"/>
                    <a:gd name="T13" fmla="*/ 338821 h 1186"/>
                    <a:gd name="T14" fmla="*/ 60055 w 852"/>
                    <a:gd name="T15" fmla="*/ 338821 h 1186"/>
                    <a:gd name="T16" fmla="*/ 59695 w 852"/>
                    <a:gd name="T17" fmla="*/ 338821 h 1186"/>
                    <a:gd name="T18" fmla="*/ 59695 w 852"/>
                    <a:gd name="T19" fmla="*/ 338821 h 1186"/>
                    <a:gd name="T20" fmla="*/ 26611 w 852"/>
                    <a:gd name="T21" fmla="*/ 228281 h 1186"/>
                    <a:gd name="T22" fmla="*/ 26611 w 852"/>
                    <a:gd name="T23" fmla="*/ 228281 h 1186"/>
                    <a:gd name="T24" fmla="*/ 85587 w 852"/>
                    <a:gd name="T25" fmla="*/ 85695 h 1186"/>
                    <a:gd name="T26" fmla="*/ 85587 w 852"/>
                    <a:gd name="T27" fmla="*/ 85695 h 1186"/>
                    <a:gd name="T28" fmla="*/ 227993 w 852"/>
                    <a:gd name="T29" fmla="*/ 26645 h 1186"/>
                    <a:gd name="T30" fmla="*/ 227993 w 852"/>
                    <a:gd name="T31" fmla="*/ 26645 h 1186"/>
                    <a:gd name="T32" fmla="*/ 286969 w 852"/>
                    <a:gd name="T33" fmla="*/ 35646 h 1186"/>
                    <a:gd name="T34" fmla="*/ 286969 w 852"/>
                    <a:gd name="T35" fmla="*/ 35646 h 1186"/>
                    <a:gd name="T36" fmla="*/ 303511 w 852"/>
                    <a:gd name="T37" fmla="*/ 26645 h 1186"/>
                    <a:gd name="T38" fmla="*/ 303511 w 852"/>
                    <a:gd name="T39" fmla="*/ 26645 h 1186"/>
                    <a:gd name="T40" fmla="*/ 294880 w 852"/>
                    <a:gd name="T41" fmla="*/ 10082 h 1186"/>
                    <a:gd name="T42" fmla="*/ 294880 w 852"/>
                    <a:gd name="T43" fmla="*/ 10082 h 1186"/>
                    <a:gd name="T44" fmla="*/ 227993 w 852"/>
                    <a:gd name="T45" fmla="*/ 0 h 1186"/>
                    <a:gd name="T46" fmla="*/ 227993 w 852"/>
                    <a:gd name="T47" fmla="*/ 0 h 1186"/>
                    <a:gd name="T48" fmla="*/ 66528 w 852"/>
                    <a:gd name="T49" fmla="*/ 66612 h 1186"/>
                    <a:gd name="T50" fmla="*/ 66528 w 852"/>
                    <a:gd name="T51" fmla="*/ 66612 h 1186"/>
                    <a:gd name="T52" fmla="*/ 0 w 852"/>
                    <a:gd name="T53" fmla="*/ 228281 h 1186"/>
                    <a:gd name="T54" fmla="*/ 0 w 852"/>
                    <a:gd name="T55" fmla="*/ 228281 h 1186"/>
                    <a:gd name="T56" fmla="*/ 39557 w 852"/>
                    <a:gd name="T57" fmla="*/ 356104 h 1186"/>
                    <a:gd name="T58" fmla="*/ 39557 w 852"/>
                    <a:gd name="T59" fmla="*/ 356104 h 1186"/>
                    <a:gd name="T60" fmla="*/ 39557 w 852"/>
                    <a:gd name="T61" fmla="*/ 359345 h 1186"/>
                    <a:gd name="T62" fmla="*/ 39557 w 852"/>
                    <a:gd name="T63" fmla="*/ 405793 h 1186"/>
                    <a:gd name="T64" fmla="*/ 39557 w 852"/>
                    <a:gd name="T65" fmla="*/ 405793 h 1186"/>
                    <a:gd name="T66" fmla="*/ 60055 w 852"/>
                    <a:gd name="T67" fmla="*/ 426677 h 1186"/>
                    <a:gd name="T68" fmla="*/ 106445 w 852"/>
                    <a:gd name="T69" fmla="*/ 426677 h 1186"/>
                    <a:gd name="T70" fmla="*/ 106445 w 852"/>
                    <a:gd name="T71" fmla="*/ 426677 h 1186"/>
                    <a:gd name="T72" fmla="*/ 127302 w 852"/>
                    <a:gd name="T73" fmla="*/ 405793 h 1186"/>
                    <a:gd name="T74" fmla="*/ 127302 w 852"/>
                    <a:gd name="T75" fmla="*/ 359345 h 1186"/>
                    <a:gd name="T76" fmla="*/ 127302 w 852"/>
                    <a:gd name="T77" fmla="*/ 359345 h 1186"/>
                    <a:gd name="T78" fmla="*/ 106445 w 852"/>
                    <a:gd name="T79" fmla="*/ 338821 h 118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852" h="1186">
                      <a:moveTo>
                        <a:pt x="278" y="1109"/>
                      </a:moveTo>
                      <a:lnTo>
                        <a:pt x="184" y="1109"/>
                      </a:lnTo>
                      <a:lnTo>
                        <a:pt x="184" y="1014"/>
                      </a:lnTo>
                      <a:lnTo>
                        <a:pt x="278" y="1014"/>
                      </a:lnTo>
                      <a:lnTo>
                        <a:pt x="278" y="1109"/>
                      </a:lnTo>
                      <a:close/>
                      <a:moveTo>
                        <a:pt x="296" y="941"/>
                      </a:moveTo>
                      <a:lnTo>
                        <a:pt x="167" y="941"/>
                      </a:lnTo>
                      <a:cubicBezTo>
                        <a:pt x="166" y="941"/>
                        <a:pt x="166" y="941"/>
                        <a:pt x="166" y="941"/>
                      </a:cubicBezTo>
                      <a:cubicBezTo>
                        <a:pt x="105" y="848"/>
                        <a:pt x="74" y="743"/>
                        <a:pt x="74" y="634"/>
                      </a:cubicBezTo>
                      <a:cubicBezTo>
                        <a:pt x="74" y="485"/>
                        <a:pt x="132" y="343"/>
                        <a:pt x="238" y="238"/>
                      </a:cubicBezTo>
                      <a:cubicBezTo>
                        <a:pt x="343" y="132"/>
                        <a:pt x="484" y="74"/>
                        <a:pt x="634" y="74"/>
                      </a:cubicBezTo>
                      <a:cubicBezTo>
                        <a:pt x="690" y="74"/>
                        <a:pt x="745" y="83"/>
                        <a:pt x="798" y="99"/>
                      </a:cubicBezTo>
                      <a:cubicBezTo>
                        <a:pt x="818" y="105"/>
                        <a:pt x="838" y="93"/>
                        <a:pt x="844" y="74"/>
                      </a:cubicBezTo>
                      <a:cubicBezTo>
                        <a:pt x="851" y="55"/>
                        <a:pt x="839" y="34"/>
                        <a:pt x="820" y="28"/>
                      </a:cubicBezTo>
                      <a:cubicBezTo>
                        <a:pt x="760" y="9"/>
                        <a:pt x="697" y="0"/>
                        <a:pt x="634" y="0"/>
                      </a:cubicBezTo>
                      <a:cubicBezTo>
                        <a:pt x="465" y="0"/>
                        <a:pt x="305" y="65"/>
                        <a:pt x="185" y="185"/>
                      </a:cubicBezTo>
                      <a:cubicBezTo>
                        <a:pt x="65" y="305"/>
                        <a:pt x="0" y="464"/>
                        <a:pt x="0" y="634"/>
                      </a:cubicBezTo>
                      <a:cubicBezTo>
                        <a:pt x="0" y="761"/>
                        <a:pt x="38" y="884"/>
                        <a:pt x="110" y="989"/>
                      </a:cubicBezTo>
                      <a:cubicBezTo>
                        <a:pt x="110" y="992"/>
                        <a:pt x="110" y="995"/>
                        <a:pt x="110" y="998"/>
                      </a:cubicBezTo>
                      <a:lnTo>
                        <a:pt x="110" y="1127"/>
                      </a:lnTo>
                      <a:cubicBezTo>
                        <a:pt x="110" y="1158"/>
                        <a:pt x="135" y="1185"/>
                        <a:pt x="167" y="1185"/>
                      </a:cubicBezTo>
                      <a:lnTo>
                        <a:pt x="296" y="1185"/>
                      </a:lnTo>
                      <a:cubicBezTo>
                        <a:pt x="327" y="1185"/>
                        <a:pt x="354" y="1158"/>
                        <a:pt x="354" y="1127"/>
                      </a:cubicBezTo>
                      <a:lnTo>
                        <a:pt x="354" y="998"/>
                      </a:lnTo>
                      <a:cubicBezTo>
                        <a:pt x="354" y="966"/>
                        <a:pt x="327" y="941"/>
                        <a:pt x="296" y="9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900"/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577E2BD-334A-A248-991F-42C782AC6A04}"/>
                </a:ext>
              </a:extLst>
            </p:cNvPr>
            <p:cNvSpPr txBox="1"/>
            <p:nvPr/>
          </p:nvSpPr>
          <p:spPr>
            <a:xfrm>
              <a:off x="10808538" y="9563203"/>
              <a:ext cx="6075167" cy="2921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50"/>
                </a:lnSpc>
              </a:pPr>
              <a:r>
                <a:rPr lang="en-US" sz="12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 inherent risk heat map illustrates the concentration of risks before the application of controls, highlighting areas of higher exposure that require management attention and </a:t>
              </a:r>
              <a:r>
                <a:rPr lang="en-US" sz="1200" dirty="0" err="1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prioritisation</a:t>
              </a:r>
              <a:r>
                <a:rPr lang="en-US" sz="12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.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7A6E33-1A9E-378A-4558-870B1A683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29719"/>
              </p:ext>
            </p:extLst>
          </p:nvPr>
        </p:nvGraphicFramePr>
        <p:xfrm>
          <a:off x="4338083" y="1754133"/>
          <a:ext cx="7581016" cy="362554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78868">
                  <a:extLst>
                    <a:ext uri="{9D8B030D-6E8A-4147-A177-3AD203B41FA5}">
                      <a16:colId xmlns:a16="http://schemas.microsoft.com/office/drawing/2014/main" val="1474383281"/>
                    </a:ext>
                  </a:extLst>
                </a:gridCol>
                <a:gridCol w="950358">
                  <a:extLst>
                    <a:ext uri="{9D8B030D-6E8A-4147-A177-3AD203B41FA5}">
                      <a16:colId xmlns:a16="http://schemas.microsoft.com/office/drawing/2014/main" val="3542305919"/>
                    </a:ext>
                  </a:extLst>
                </a:gridCol>
                <a:gridCol w="950358">
                  <a:extLst>
                    <a:ext uri="{9D8B030D-6E8A-4147-A177-3AD203B41FA5}">
                      <a16:colId xmlns:a16="http://schemas.microsoft.com/office/drawing/2014/main" val="4087313032"/>
                    </a:ext>
                  </a:extLst>
                </a:gridCol>
                <a:gridCol w="950358">
                  <a:extLst>
                    <a:ext uri="{9D8B030D-6E8A-4147-A177-3AD203B41FA5}">
                      <a16:colId xmlns:a16="http://schemas.microsoft.com/office/drawing/2014/main" val="1162864333"/>
                    </a:ext>
                  </a:extLst>
                </a:gridCol>
                <a:gridCol w="950358">
                  <a:extLst>
                    <a:ext uri="{9D8B030D-6E8A-4147-A177-3AD203B41FA5}">
                      <a16:colId xmlns:a16="http://schemas.microsoft.com/office/drawing/2014/main" val="2653941117"/>
                    </a:ext>
                  </a:extLst>
                </a:gridCol>
                <a:gridCol w="950358">
                  <a:extLst>
                    <a:ext uri="{9D8B030D-6E8A-4147-A177-3AD203B41FA5}">
                      <a16:colId xmlns:a16="http://schemas.microsoft.com/office/drawing/2014/main" val="2840504884"/>
                    </a:ext>
                  </a:extLst>
                </a:gridCol>
                <a:gridCol w="950358">
                  <a:extLst>
                    <a:ext uri="{9D8B030D-6E8A-4147-A177-3AD203B41FA5}">
                      <a16:colId xmlns:a16="http://schemas.microsoft.com/office/drawing/2014/main" val="2517575846"/>
                    </a:ext>
                  </a:extLst>
                </a:gridCol>
              </a:tblGrid>
              <a:tr h="610819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Inherent Risk Heat Map</a:t>
                      </a:r>
                      <a:endParaRPr lang="en-US" sz="2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472458"/>
                  </a:ext>
                </a:extLst>
              </a:tr>
              <a:tr h="359967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50926"/>
                  </a:ext>
                </a:extLst>
              </a:tr>
              <a:tr h="4949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</a:rPr>
                        <a:t>Inherent Impact scale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390075"/>
                  </a:ext>
                </a:extLst>
              </a:tr>
              <a:tr h="359967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</a:rPr>
                        <a:t>Inherent Likelihood scale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797040"/>
                  </a:ext>
                </a:extLst>
              </a:tr>
              <a:tr h="359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282683"/>
                  </a:ext>
                </a:extLst>
              </a:tr>
              <a:tr h="359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663038"/>
                  </a:ext>
                </a:extLst>
              </a:tr>
              <a:tr h="359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2082"/>
                  </a:ext>
                </a:extLst>
              </a:tr>
              <a:tr h="359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6522970"/>
                  </a:ext>
                </a:extLst>
              </a:tr>
              <a:tr h="3599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2"/>
                          </a:solidFill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743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54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3C60C-9C14-CC9E-41DD-52AE2204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EC9B709-E098-2AD8-0F55-72D36A3B2F38}"/>
              </a:ext>
            </a:extLst>
          </p:cNvPr>
          <p:cNvGrpSpPr/>
          <p:nvPr/>
        </p:nvGrpSpPr>
        <p:grpSpPr>
          <a:xfrm>
            <a:off x="272901" y="516220"/>
            <a:ext cx="3969490" cy="1331143"/>
            <a:chOff x="4846062" y="1032440"/>
            <a:chExt cx="4780306" cy="26622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3999F70-E77E-977C-6E50-E68D059046BF}"/>
                </a:ext>
              </a:extLst>
            </p:cNvPr>
            <p:cNvGrpSpPr/>
            <p:nvPr/>
          </p:nvGrpSpPr>
          <p:grpSpPr>
            <a:xfrm>
              <a:off x="4846062" y="1032440"/>
              <a:ext cx="4780306" cy="2607188"/>
              <a:chOff x="4846062" y="633855"/>
              <a:chExt cx="4780306" cy="260718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795C24-21E2-7610-45DD-E83C97DC3AB2}"/>
                  </a:ext>
                </a:extLst>
              </p:cNvPr>
              <p:cNvSpPr txBox="1"/>
              <p:nvPr/>
            </p:nvSpPr>
            <p:spPr>
              <a:xfrm>
                <a:off x="4846062" y="1209717"/>
                <a:ext cx="4780306" cy="2031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>
                    <a:solidFill>
                      <a:schemeClr val="tx2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Residual Risk Heat Map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AE4912-D8BB-097D-EF49-39B67E88978A}"/>
                  </a:ext>
                </a:extLst>
              </p:cNvPr>
              <p:cNvSpPr txBox="1"/>
              <p:nvPr/>
            </p:nvSpPr>
            <p:spPr>
              <a:xfrm>
                <a:off x="4924441" y="633855"/>
                <a:ext cx="456920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spc="150" dirty="0">
                    <a:latin typeface="Lato Medium" panose="020F0502020204030203" pitchFamily="34" charset="0"/>
                    <a:ea typeface="Lato Medium" panose="020F0502020204030203" pitchFamily="34" charset="0"/>
                    <a:cs typeface="Lato Medium" panose="020F0502020204030203" pitchFamily="34" charset="0"/>
                  </a:rPr>
                  <a:t>Risk Assessment Results</a:t>
                </a: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37673BF-AAD1-FD71-5950-297BC8FF5AF9}"/>
                </a:ext>
              </a:extLst>
            </p:cNvPr>
            <p:cNvSpPr/>
            <p:nvPr/>
          </p:nvSpPr>
          <p:spPr>
            <a:xfrm>
              <a:off x="4950565" y="3508265"/>
              <a:ext cx="110118" cy="1864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900">
                <a:solidFill>
                  <a:schemeClr val="tx2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8A12FA-4122-1ECA-EDB2-31C4DC76C187}"/>
              </a:ext>
            </a:extLst>
          </p:cNvPr>
          <p:cNvGrpSpPr/>
          <p:nvPr/>
        </p:nvGrpSpPr>
        <p:grpSpPr>
          <a:xfrm>
            <a:off x="218861" y="2916905"/>
            <a:ext cx="4255398" cy="1465209"/>
            <a:chOff x="9057074" y="9563203"/>
            <a:chExt cx="8510795" cy="29211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BA585A0-ED62-330D-977E-B05BFD6F99A6}"/>
                </a:ext>
              </a:extLst>
            </p:cNvPr>
            <p:cNvGrpSpPr/>
            <p:nvPr/>
          </p:nvGrpSpPr>
          <p:grpSpPr>
            <a:xfrm>
              <a:off x="9057074" y="10084672"/>
              <a:ext cx="1612004" cy="1612003"/>
              <a:chOff x="3097067" y="6670628"/>
              <a:chExt cx="2519748" cy="2519746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DA0B6E8-DC73-59DE-989C-619C1BB831CE}"/>
                  </a:ext>
                </a:extLst>
              </p:cNvPr>
              <p:cNvSpPr/>
              <p:nvPr/>
            </p:nvSpPr>
            <p:spPr>
              <a:xfrm>
                <a:off x="3097067" y="6670628"/>
                <a:ext cx="2519748" cy="251974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525A1492-D015-564C-AFD9-18B889B1D045}"/>
                  </a:ext>
                </a:extLst>
              </p:cNvPr>
              <p:cNvGrpSpPr/>
              <p:nvPr/>
            </p:nvGrpSpPr>
            <p:grpSpPr>
              <a:xfrm>
                <a:off x="3741436" y="7355605"/>
                <a:ext cx="1231008" cy="1231006"/>
                <a:chOff x="5123329" y="2255652"/>
                <a:chExt cx="1078109" cy="1078108"/>
              </a:xfrm>
              <a:solidFill>
                <a:schemeClr val="bg1"/>
              </a:solidFill>
            </p:grpSpPr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EBDBDCBE-9A5C-BC9D-44CD-F22135A1B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7988" y="2446566"/>
                  <a:ext cx="688792" cy="688792"/>
                </a:xfrm>
                <a:custGeom>
                  <a:avLst/>
                  <a:gdLst>
                    <a:gd name="T0" fmla="*/ 206484 w 812"/>
                    <a:gd name="T1" fmla="*/ 78781 h 812"/>
                    <a:gd name="T2" fmla="*/ 197132 w 812"/>
                    <a:gd name="T3" fmla="*/ 47125 h 812"/>
                    <a:gd name="T4" fmla="*/ 191736 w 812"/>
                    <a:gd name="T5" fmla="*/ 35613 h 812"/>
                    <a:gd name="T6" fmla="*/ 244616 w 812"/>
                    <a:gd name="T7" fmla="*/ 78781 h 812"/>
                    <a:gd name="T8" fmla="*/ 191736 w 812"/>
                    <a:gd name="T9" fmla="*/ 255767 h 812"/>
                    <a:gd name="T10" fmla="*/ 197132 w 812"/>
                    <a:gd name="T11" fmla="*/ 244616 h 812"/>
                    <a:gd name="T12" fmla="*/ 244975 w 812"/>
                    <a:gd name="T13" fmla="*/ 212240 h 812"/>
                    <a:gd name="T14" fmla="*/ 191736 w 812"/>
                    <a:gd name="T15" fmla="*/ 255767 h 812"/>
                    <a:gd name="T16" fmla="*/ 84896 w 812"/>
                    <a:gd name="T17" fmla="*/ 212240 h 812"/>
                    <a:gd name="T18" fmla="*/ 94968 w 812"/>
                    <a:gd name="T19" fmla="*/ 244616 h 812"/>
                    <a:gd name="T20" fmla="*/ 100005 w 812"/>
                    <a:gd name="T21" fmla="*/ 255767 h 812"/>
                    <a:gd name="T22" fmla="*/ 46405 w 812"/>
                    <a:gd name="T23" fmla="*/ 212240 h 812"/>
                    <a:gd name="T24" fmla="*/ 100005 w 812"/>
                    <a:gd name="T25" fmla="*/ 35613 h 812"/>
                    <a:gd name="T26" fmla="*/ 94968 w 812"/>
                    <a:gd name="T27" fmla="*/ 47125 h 812"/>
                    <a:gd name="T28" fmla="*/ 47484 w 812"/>
                    <a:gd name="T29" fmla="*/ 78781 h 812"/>
                    <a:gd name="T30" fmla="*/ 100005 w 812"/>
                    <a:gd name="T31" fmla="*/ 35613 h 812"/>
                    <a:gd name="T32" fmla="*/ 26620 w 812"/>
                    <a:gd name="T33" fmla="*/ 146050 h 812"/>
                    <a:gd name="T34" fmla="*/ 79860 w 812"/>
                    <a:gd name="T35" fmla="*/ 105401 h 812"/>
                    <a:gd name="T36" fmla="*/ 77701 w 812"/>
                    <a:gd name="T37" fmla="*/ 146050 h 812"/>
                    <a:gd name="T38" fmla="*/ 79860 w 812"/>
                    <a:gd name="T39" fmla="*/ 185260 h 812"/>
                    <a:gd name="T40" fmla="*/ 33095 w 812"/>
                    <a:gd name="T41" fmla="*/ 185260 h 812"/>
                    <a:gd name="T42" fmla="*/ 100005 w 812"/>
                    <a:gd name="T43" fmla="*/ 35613 h 812"/>
                    <a:gd name="T44" fmla="*/ 146050 w 812"/>
                    <a:gd name="T45" fmla="*/ 264761 h 812"/>
                    <a:gd name="T46" fmla="*/ 179505 w 812"/>
                    <a:gd name="T47" fmla="*/ 212240 h 812"/>
                    <a:gd name="T48" fmla="*/ 146050 w 812"/>
                    <a:gd name="T49" fmla="*/ 264761 h 812"/>
                    <a:gd name="T50" fmla="*/ 187059 w 812"/>
                    <a:gd name="T51" fmla="*/ 146050 h 812"/>
                    <a:gd name="T52" fmla="*/ 107199 w 812"/>
                    <a:gd name="T53" fmla="*/ 185260 h 812"/>
                    <a:gd name="T54" fmla="*/ 104321 w 812"/>
                    <a:gd name="T55" fmla="*/ 146050 h 812"/>
                    <a:gd name="T56" fmla="*/ 107199 w 812"/>
                    <a:gd name="T57" fmla="*/ 105401 h 812"/>
                    <a:gd name="T58" fmla="*/ 184181 w 812"/>
                    <a:gd name="T59" fmla="*/ 105401 h 812"/>
                    <a:gd name="T60" fmla="*/ 265120 w 812"/>
                    <a:gd name="T61" fmla="*/ 146050 h 812"/>
                    <a:gd name="T62" fmla="*/ 258285 w 812"/>
                    <a:gd name="T63" fmla="*/ 185260 h 812"/>
                    <a:gd name="T64" fmla="*/ 211521 w 812"/>
                    <a:gd name="T65" fmla="*/ 185260 h 812"/>
                    <a:gd name="T66" fmla="*/ 214039 w 812"/>
                    <a:gd name="T67" fmla="*/ 146050 h 812"/>
                    <a:gd name="T68" fmla="*/ 257926 w 812"/>
                    <a:gd name="T69" fmla="*/ 105401 h 812"/>
                    <a:gd name="T70" fmla="*/ 265120 w 812"/>
                    <a:gd name="T71" fmla="*/ 146050 h 812"/>
                    <a:gd name="T72" fmla="*/ 112595 w 812"/>
                    <a:gd name="T73" fmla="*/ 78781 h 812"/>
                    <a:gd name="T74" fmla="*/ 146050 w 812"/>
                    <a:gd name="T75" fmla="*/ 26620 h 812"/>
                    <a:gd name="T76" fmla="*/ 179505 w 812"/>
                    <a:gd name="T77" fmla="*/ 78781 h 812"/>
                    <a:gd name="T78" fmla="*/ 12950 w 812"/>
                    <a:gd name="T79" fmla="*/ 85616 h 812"/>
                    <a:gd name="T80" fmla="*/ 12231 w 812"/>
                    <a:gd name="T81" fmla="*/ 87414 h 812"/>
                    <a:gd name="T82" fmla="*/ 0 w 812"/>
                    <a:gd name="T83" fmla="*/ 146050 h 812"/>
                    <a:gd name="T84" fmla="*/ 146050 w 812"/>
                    <a:gd name="T85" fmla="*/ 291740 h 812"/>
                    <a:gd name="T86" fmla="*/ 291740 w 812"/>
                    <a:gd name="T87" fmla="*/ 146050 h 812"/>
                    <a:gd name="T88" fmla="*/ 279509 w 812"/>
                    <a:gd name="T89" fmla="*/ 87414 h 812"/>
                    <a:gd name="T90" fmla="*/ 278430 w 812"/>
                    <a:gd name="T91" fmla="*/ 85616 h 812"/>
                    <a:gd name="T92" fmla="*/ 146050 w 812"/>
                    <a:gd name="T93" fmla="*/ 0 h 812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812" h="812">
                      <a:moveTo>
                        <a:pt x="680" y="219"/>
                      </a:moveTo>
                      <a:lnTo>
                        <a:pt x="574" y="219"/>
                      </a:lnTo>
                      <a:cubicBezTo>
                        <a:pt x="567" y="187"/>
                        <a:pt x="558" y="157"/>
                        <a:pt x="548" y="131"/>
                      </a:cubicBezTo>
                      <a:cubicBezTo>
                        <a:pt x="542" y="120"/>
                        <a:pt x="537" y="110"/>
                        <a:pt x="533" y="99"/>
                      </a:cubicBezTo>
                      <a:cubicBezTo>
                        <a:pt x="592" y="124"/>
                        <a:pt x="643" y="166"/>
                        <a:pt x="680" y="219"/>
                      </a:cubicBezTo>
                      <a:close/>
                      <a:moveTo>
                        <a:pt x="533" y="711"/>
                      </a:moveTo>
                      <a:lnTo>
                        <a:pt x="533" y="711"/>
                      </a:lnTo>
                      <a:cubicBezTo>
                        <a:pt x="537" y="702"/>
                        <a:pt x="542" y="692"/>
                        <a:pt x="548" y="680"/>
                      </a:cubicBezTo>
                      <a:cubicBezTo>
                        <a:pt x="558" y="653"/>
                        <a:pt x="569" y="622"/>
                        <a:pt x="576" y="590"/>
                      </a:cubicBezTo>
                      <a:lnTo>
                        <a:pt x="681" y="590"/>
                      </a:lnTo>
                      <a:cubicBezTo>
                        <a:pt x="646" y="643"/>
                        <a:pt x="594" y="685"/>
                        <a:pt x="533" y="711"/>
                      </a:cubicBezTo>
                      <a:close/>
                      <a:moveTo>
                        <a:pt x="129" y="590"/>
                      </a:moveTo>
                      <a:lnTo>
                        <a:pt x="236" y="590"/>
                      </a:lnTo>
                      <a:cubicBezTo>
                        <a:pt x="243" y="622"/>
                        <a:pt x="252" y="653"/>
                        <a:pt x="264" y="680"/>
                      </a:cubicBezTo>
                      <a:cubicBezTo>
                        <a:pt x="268" y="692"/>
                        <a:pt x="273" y="702"/>
                        <a:pt x="278" y="711"/>
                      </a:cubicBezTo>
                      <a:cubicBezTo>
                        <a:pt x="217" y="685"/>
                        <a:pt x="166" y="643"/>
                        <a:pt x="129" y="590"/>
                      </a:cubicBezTo>
                      <a:close/>
                      <a:moveTo>
                        <a:pt x="278" y="99"/>
                      </a:moveTo>
                      <a:lnTo>
                        <a:pt x="278" y="99"/>
                      </a:lnTo>
                      <a:cubicBezTo>
                        <a:pt x="273" y="110"/>
                        <a:pt x="268" y="120"/>
                        <a:pt x="264" y="131"/>
                      </a:cubicBezTo>
                      <a:cubicBezTo>
                        <a:pt x="252" y="157"/>
                        <a:pt x="243" y="187"/>
                        <a:pt x="236" y="219"/>
                      </a:cubicBezTo>
                      <a:lnTo>
                        <a:pt x="132" y="219"/>
                      </a:lnTo>
                      <a:cubicBezTo>
                        <a:pt x="167" y="166"/>
                        <a:pt x="217" y="124"/>
                        <a:pt x="278" y="99"/>
                      </a:cubicBezTo>
                      <a:lnTo>
                        <a:pt x="74" y="406"/>
                      </a:lnTo>
                      <a:cubicBezTo>
                        <a:pt x="74" y="366"/>
                        <a:pt x="82" y="329"/>
                        <a:pt x="93" y="293"/>
                      </a:cubicBezTo>
                      <a:lnTo>
                        <a:pt x="222" y="293"/>
                      </a:lnTo>
                      <a:cubicBezTo>
                        <a:pt x="217" y="329"/>
                        <a:pt x="216" y="367"/>
                        <a:pt x="216" y="406"/>
                      </a:cubicBezTo>
                      <a:cubicBezTo>
                        <a:pt x="216" y="443"/>
                        <a:pt x="217" y="480"/>
                        <a:pt x="222" y="515"/>
                      </a:cubicBezTo>
                      <a:lnTo>
                        <a:pt x="92" y="515"/>
                      </a:lnTo>
                      <a:cubicBezTo>
                        <a:pt x="80" y="480"/>
                        <a:pt x="74" y="444"/>
                        <a:pt x="74" y="406"/>
                      </a:cubicBezTo>
                      <a:lnTo>
                        <a:pt x="278" y="99"/>
                      </a:lnTo>
                      <a:close/>
                      <a:moveTo>
                        <a:pt x="406" y="736"/>
                      </a:moveTo>
                      <a:lnTo>
                        <a:pt x="406" y="736"/>
                      </a:lnTo>
                      <a:cubicBezTo>
                        <a:pt x="375" y="736"/>
                        <a:pt x="336" y="683"/>
                        <a:pt x="311" y="590"/>
                      </a:cubicBezTo>
                      <a:lnTo>
                        <a:pt x="499" y="590"/>
                      </a:lnTo>
                      <a:cubicBezTo>
                        <a:pt x="476" y="683"/>
                        <a:pt x="435" y="736"/>
                        <a:pt x="406" y="736"/>
                      </a:cubicBezTo>
                      <a:close/>
                      <a:moveTo>
                        <a:pt x="520" y="406"/>
                      </a:moveTo>
                      <a:lnTo>
                        <a:pt x="520" y="406"/>
                      </a:lnTo>
                      <a:cubicBezTo>
                        <a:pt x="520" y="444"/>
                        <a:pt x="518" y="481"/>
                        <a:pt x="514" y="515"/>
                      </a:cubicBezTo>
                      <a:lnTo>
                        <a:pt x="298" y="515"/>
                      </a:lnTo>
                      <a:cubicBezTo>
                        <a:pt x="293" y="481"/>
                        <a:pt x="290" y="444"/>
                        <a:pt x="290" y="406"/>
                      </a:cubicBezTo>
                      <a:cubicBezTo>
                        <a:pt x="290" y="364"/>
                        <a:pt x="293" y="327"/>
                        <a:pt x="298" y="293"/>
                      </a:cubicBezTo>
                      <a:lnTo>
                        <a:pt x="512" y="293"/>
                      </a:lnTo>
                      <a:cubicBezTo>
                        <a:pt x="518" y="327"/>
                        <a:pt x="520" y="364"/>
                        <a:pt x="520" y="406"/>
                      </a:cubicBezTo>
                      <a:close/>
                      <a:moveTo>
                        <a:pt x="737" y="406"/>
                      </a:moveTo>
                      <a:lnTo>
                        <a:pt x="737" y="406"/>
                      </a:lnTo>
                      <a:cubicBezTo>
                        <a:pt x="737" y="444"/>
                        <a:pt x="730" y="480"/>
                        <a:pt x="718" y="515"/>
                      </a:cubicBezTo>
                      <a:lnTo>
                        <a:pt x="588" y="515"/>
                      </a:lnTo>
                      <a:cubicBezTo>
                        <a:pt x="592" y="480"/>
                        <a:pt x="595" y="443"/>
                        <a:pt x="595" y="406"/>
                      </a:cubicBezTo>
                      <a:cubicBezTo>
                        <a:pt x="595" y="367"/>
                        <a:pt x="592" y="329"/>
                        <a:pt x="588" y="293"/>
                      </a:cubicBezTo>
                      <a:lnTo>
                        <a:pt x="717" y="293"/>
                      </a:lnTo>
                      <a:cubicBezTo>
                        <a:pt x="730" y="329"/>
                        <a:pt x="737" y="366"/>
                        <a:pt x="737" y="406"/>
                      </a:cubicBezTo>
                      <a:close/>
                      <a:moveTo>
                        <a:pt x="499" y="219"/>
                      </a:moveTo>
                      <a:lnTo>
                        <a:pt x="313" y="219"/>
                      </a:lnTo>
                      <a:cubicBezTo>
                        <a:pt x="336" y="127"/>
                        <a:pt x="375" y="74"/>
                        <a:pt x="406" y="74"/>
                      </a:cubicBezTo>
                      <a:cubicBezTo>
                        <a:pt x="435" y="74"/>
                        <a:pt x="474" y="127"/>
                        <a:pt x="499" y="219"/>
                      </a:cubicBezTo>
                      <a:close/>
                      <a:moveTo>
                        <a:pt x="36" y="238"/>
                      </a:moveTo>
                      <a:lnTo>
                        <a:pt x="36" y="238"/>
                      </a:lnTo>
                      <a:cubicBezTo>
                        <a:pt x="34" y="240"/>
                        <a:pt x="34" y="241"/>
                        <a:pt x="34" y="243"/>
                      </a:cubicBezTo>
                      <a:cubicBezTo>
                        <a:pt x="12" y="293"/>
                        <a:pt x="0" y="348"/>
                        <a:pt x="0" y="406"/>
                      </a:cubicBezTo>
                      <a:cubicBezTo>
                        <a:pt x="0" y="629"/>
                        <a:pt x="182" y="811"/>
                        <a:pt x="406" y="811"/>
                      </a:cubicBezTo>
                      <a:cubicBezTo>
                        <a:pt x="630" y="811"/>
                        <a:pt x="811" y="629"/>
                        <a:pt x="811" y="406"/>
                      </a:cubicBezTo>
                      <a:cubicBezTo>
                        <a:pt x="811" y="348"/>
                        <a:pt x="800" y="293"/>
                        <a:pt x="777" y="243"/>
                      </a:cubicBezTo>
                      <a:cubicBezTo>
                        <a:pt x="776" y="241"/>
                        <a:pt x="776" y="240"/>
                        <a:pt x="774" y="238"/>
                      </a:cubicBezTo>
                      <a:cubicBezTo>
                        <a:pt x="711" y="98"/>
                        <a:pt x="570" y="0"/>
                        <a:pt x="406" y="0"/>
                      </a:cubicBezTo>
                      <a:cubicBezTo>
                        <a:pt x="241" y="0"/>
                        <a:pt x="99" y="98"/>
                        <a:pt x="36" y="2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900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6EA6B33D-0AAC-1048-792B-9661E4DA2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8904" y="2364210"/>
                  <a:ext cx="692534" cy="969550"/>
                </a:xfrm>
                <a:custGeom>
                  <a:avLst/>
                  <a:gdLst>
                    <a:gd name="T0" fmla="*/ 204571 w 814"/>
                    <a:gd name="T1" fmla="*/ 26666 h 1141"/>
                    <a:gd name="T2" fmla="*/ 239207 w 814"/>
                    <a:gd name="T3" fmla="*/ 26666 h 1141"/>
                    <a:gd name="T4" fmla="*/ 239207 w 814"/>
                    <a:gd name="T5" fmla="*/ 61620 h 1141"/>
                    <a:gd name="T6" fmla="*/ 204571 w 814"/>
                    <a:gd name="T7" fmla="*/ 61620 h 1141"/>
                    <a:gd name="T8" fmla="*/ 204571 w 814"/>
                    <a:gd name="T9" fmla="*/ 26666 h 1141"/>
                    <a:gd name="T10" fmla="*/ 265545 w 814"/>
                    <a:gd name="T11" fmla="*/ 73152 h 1141"/>
                    <a:gd name="T12" fmla="*/ 265545 w 814"/>
                    <a:gd name="T13" fmla="*/ 73152 h 1141"/>
                    <a:gd name="T14" fmla="*/ 265906 w 814"/>
                    <a:gd name="T15" fmla="*/ 67386 h 1141"/>
                    <a:gd name="T16" fmla="*/ 265906 w 814"/>
                    <a:gd name="T17" fmla="*/ 20900 h 1141"/>
                    <a:gd name="T18" fmla="*/ 265906 w 814"/>
                    <a:gd name="T19" fmla="*/ 20900 h 1141"/>
                    <a:gd name="T20" fmla="*/ 245340 w 814"/>
                    <a:gd name="T21" fmla="*/ 0 h 1141"/>
                    <a:gd name="T22" fmla="*/ 198437 w 814"/>
                    <a:gd name="T23" fmla="*/ 0 h 1141"/>
                    <a:gd name="T24" fmla="*/ 198437 w 814"/>
                    <a:gd name="T25" fmla="*/ 0 h 1141"/>
                    <a:gd name="T26" fmla="*/ 177872 w 814"/>
                    <a:gd name="T27" fmla="*/ 20900 h 1141"/>
                    <a:gd name="T28" fmla="*/ 177872 w 814"/>
                    <a:gd name="T29" fmla="*/ 67386 h 1141"/>
                    <a:gd name="T30" fmla="*/ 177872 w 814"/>
                    <a:gd name="T31" fmla="*/ 67386 h 1141"/>
                    <a:gd name="T32" fmla="*/ 198437 w 814"/>
                    <a:gd name="T33" fmla="*/ 88287 h 1141"/>
                    <a:gd name="T34" fmla="*/ 242815 w 814"/>
                    <a:gd name="T35" fmla="*/ 88287 h 1141"/>
                    <a:gd name="T36" fmla="*/ 242815 w 814"/>
                    <a:gd name="T37" fmla="*/ 88287 h 1141"/>
                    <a:gd name="T38" fmla="*/ 266267 w 814"/>
                    <a:gd name="T39" fmla="*/ 182699 h 1141"/>
                    <a:gd name="T40" fmla="*/ 266267 w 814"/>
                    <a:gd name="T41" fmla="*/ 182699 h 1141"/>
                    <a:gd name="T42" fmla="*/ 207096 w 814"/>
                    <a:gd name="T43" fmla="*/ 325399 h 1141"/>
                    <a:gd name="T44" fmla="*/ 207096 w 814"/>
                    <a:gd name="T45" fmla="*/ 325399 h 1141"/>
                    <a:gd name="T46" fmla="*/ 64582 w 814"/>
                    <a:gd name="T47" fmla="*/ 383776 h 1141"/>
                    <a:gd name="T48" fmla="*/ 64582 w 814"/>
                    <a:gd name="T49" fmla="*/ 383776 h 1141"/>
                    <a:gd name="T50" fmla="*/ 17679 w 814"/>
                    <a:gd name="T51" fmla="*/ 378371 h 1141"/>
                    <a:gd name="T52" fmla="*/ 17679 w 814"/>
                    <a:gd name="T53" fmla="*/ 378371 h 1141"/>
                    <a:gd name="T54" fmla="*/ 1443 w 814"/>
                    <a:gd name="T55" fmla="*/ 388461 h 1141"/>
                    <a:gd name="T56" fmla="*/ 1443 w 814"/>
                    <a:gd name="T57" fmla="*/ 388461 h 1141"/>
                    <a:gd name="T58" fmla="*/ 10824 w 814"/>
                    <a:gd name="T59" fmla="*/ 404677 h 1141"/>
                    <a:gd name="T60" fmla="*/ 10824 w 814"/>
                    <a:gd name="T61" fmla="*/ 404677 h 1141"/>
                    <a:gd name="T62" fmla="*/ 64582 w 814"/>
                    <a:gd name="T63" fmla="*/ 410803 h 1141"/>
                    <a:gd name="T64" fmla="*/ 64582 w 814"/>
                    <a:gd name="T65" fmla="*/ 410803 h 1141"/>
                    <a:gd name="T66" fmla="*/ 225858 w 814"/>
                    <a:gd name="T67" fmla="*/ 343777 h 1141"/>
                    <a:gd name="T68" fmla="*/ 225858 w 814"/>
                    <a:gd name="T69" fmla="*/ 343777 h 1141"/>
                    <a:gd name="T70" fmla="*/ 293326 w 814"/>
                    <a:gd name="T71" fmla="*/ 182699 h 1141"/>
                    <a:gd name="T72" fmla="*/ 293326 w 814"/>
                    <a:gd name="T73" fmla="*/ 182699 h 1141"/>
                    <a:gd name="T74" fmla="*/ 265545 w 814"/>
                    <a:gd name="T75" fmla="*/ 73152 h 1141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814" h="1141">
                      <a:moveTo>
                        <a:pt x="567" y="74"/>
                      </a:moveTo>
                      <a:lnTo>
                        <a:pt x="663" y="74"/>
                      </a:lnTo>
                      <a:lnTo>
                        <a:pt x="663" y="171"/>
                      </a:lnTo>
                      <a:lnTo>
                        <a:pt x="567" y="171"/>
                      </a:lnTo>
                      <a:lnTo>
                        <a:pt x="567" y="74"/>
                      </a:lnTo>
                      <a:close/>
                      <a:moveTo>
                        <a:pt x="736" y="203"/>
                      </a:moveTo>
                      <a:lnTo>
                        <a:pt x="736" y="203"/>
                      </a:lnTo>
                      <a:cubicBezTo>
                        <a:pt x="736" y="197"/>
                        <a:pt x="737" y="193"/>
                        <a:pt x="737" y="187"/>
                      </a:cubicBezTo>
                      <a:lnTo>
                        <a:pt x="737" y="58"/>
                      </a:lnTo>
                      <a:cubicBezTo>
                        <a:pt x="737" y="27"/>
                        <a:pt x="710" y="0"/>
                        <a:pt x="680" y="0"/>
                      </a:cubicBezTo>
                      <a:lnTo>
                        <a:pt x="550" y="0"/>
                      </a:lnTo>
                      <a:cubicBezTo>
                        <a:pt x="519" y="0"/>
                        <a:pt x="493" y="27"/>
                        <a:pt x="493" y="58"/>
                      </a:cubicBezTo>
                      <a:lnTo>
                        <a:pt x="493" y="187"/>
                      </a:lnTo>
                      <a:cubicBezTo>
                        <a:pt x="493" y="220"/>
                        <a:pt x="519" y="245"/>
                        <a:pt x="550" y="245"/>
                      </a:cubicBezTo>
                      <a:lnTo>
                        <a:pt x="673" y="245"/>
                      </a:lnTo>
                      <a:cubicBezTo>
                        <a:pt x="716" y="325"/>
                        <a:pt x="738" y="415"/>
                        <a:pt x="738" y="507"/>
                      </a:cubicBezTo>
                      <a:cubicBezTo>
                        <a:pt x="738" y="656"/>
                        <a:pt x="680" y="795"/>
                        <a:pt x="574" y="903"/>
                      </a:cubicBezTo>
                      <a:cubicBezTo>
                        <a:pt x="469" y="1007"/>
                        <a:pt x="328" y="1065"/>
                        <a:pt x="179" y="1065"/>
                      </a:cubicBezTo>
                      <a:cubicBezTo>
                        <a:pt x="135" y="1065"/>
                        <a:pt x="91" y="1061"/>
                        <a:pt x="49" y="1050"/>
                      </a:cubicBezTo>
                      <a:cubicBezTo>
                        <a:pt x="29" y="1046"/>
                        <a:pt x="9" y="1058"/>
                        <a:pt x="4" y="1078"/>
                      </a:cubicBezTo>
                      <a:cubicBezTo>
                        <a:pt x="0" y="1098"/>
                        <a:pt x="11" y="1119"/>
                        <a:pt x="30" y="1123"/>
                      </a:cubicBezTo>
                      <a:cubicBezTo>
                        <a:pt x="79" y="1135"/>
                        <a:pt x="128" y="1140"/>
                        <a:pt x="179" y="1140"/>
                      </a:cubicBezTo>
                      <a:cubicBezTo>
                        <a:pt x="347" y="1140"/>
                        <a:pt x="507" y="1074"/>
                        <a:pt x="626" y="954"/>
                      </a:cubicBezTo>
                      <a:cubicBezTo>
                        <a:pt x="746" y="834"/>
                        <a:pt x="813" y="676"/>
                        <a:pt x="813" y="507"/>
                      </a:cubicBezTo>
                      <a:cubicBezTo>
                        <a:pt x="813" y="400"/>
                        <a:pt x="786" y="295"/>
                        <a:pt x="736" y="2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900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6EFFFE12-C632-377E-4ADF-5007F29E79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23329" y="2255652"/>
                  <a:ext cx="722484" cy="1006982"/>
                </a:xfrm>
                <a:custGeom>
                  <a:avLst/>
                  <a:gdLst>
                    <a:gd name="T0" fmla="*/ 99972 w 852"/>
                    <a:gd name="T1" fmla="*/ 399312 h 1186"/>
                    <a:gd name="T2" fmla="*/ 66168 w 852"/>
                    <a:gd name="T3" fmla="*/ 399312 h 1186"/>
                    <a:gd name="T4" fmla="*/ 66168 w 852"/>
                    <a:gd name="T5" fmla="*/ 365106 h 1186"/>
                    <a:gd name="T6" fmla="*/ 99972 w 852"/>
                    <a:gd name="T7" fmla="*/ 365106 h 1186"/>
                    <a:gd name="T8" fmla="*/ 99972 w 852"/>
                    <a:gd name="T9" fmla="*/ 399312 h 1186"/>
                    <a:gd name="T10" fmla="*/ 106445 w 852"/>
                    <a:gd name="T11" fmla="*/ 338821 h 1186"/>
                    <a:gd name="T12" fmla="*/ 60055 w 852"/>
                    <a:gd name="T13" fmla="*/ 338821 h 1186"/>
                    <a:gd name="T14" fmla="*/ 60055 w 852"/>
                    <a:gd name="T15" fmla="*/ 338821 h 1186"/>
                    <a:gd name="T16" fmla="*/ 59695 w 852"/>
                    <a:gd name="T17" fmla="*/ 338821 h 1186"/>
                    <a:gd name="T18" fmla="*/ 59695 w 852"/>
                    <a:gd name="T19" fmla="*/ 338821 h 1186"/>
                    <a:gd name="T20" fmla="*/ 26611 w 852"/>
                    <a:gd name="T21" fmla="*/ 228281 h 1186"/>
                    <a:gd name="T22" fmla="*/ 26611 w 852"/>
                    <a:gd name="T23" fmla="*/ 228281 h 1186"/>
                    <a:gd name="T24" fmla="*/ 85587 w 852"/>
                    <a:gd name="T25" fmla="*/ 85695 h 1186"/>
                    <a:gd name="T26" fmla="*/ 85587 w 852"/>
                    <a:gd name="T27" fmla="*/ 85695 h 1186"/>
                    <a:gd name="T28" fmla="*/ 227993 w 852"/>
                    <a:gd name="T29" fmla="*/ 26645 h 1186"/>
                    <a:gd name="T30" fmla="*/ 227993 w 852"/>
                    <a:gd name="T31" fmla="*/ 26645 h 1186"/>
                    <a:gd name="T32" fmla="*/ 286969 w 852"/>
                    <a:gd name="T33" fmla="*/ 35646 h 1186"/>
                    <a:gd name="T34" fmla="*/ 286969 w 852"/>
                    <a:gd name="T35" fmla="*/ 35646 h 1186"/>
                    <a:gd name="T36" fmla="*/ 303511 w 852"/>
                    <a:gd name="T37" fmla="*/ 26645 h 1186"/>
                    <a:gd name="T38" fmla="*/ 303511 w 852"/>
                    <a:gd name="T39" fmla="*/ 26645 h 1186"/>
                    <a:gd name="T40" fmla="*/ 294880 w 852"/>
                    <a:gd name="T41" fmla="*/ 10082 h 1186"/>
                    <a:gd name="T42" fmla="*/ 294880 w 852"/>
                    <a:gd name="T43" fmla="*/ 10082 h 1186"/>
                    <a:gd name="T44" fmla="*/ 227993 w 852"/>
                    <a:gd name="T45" fmla="*/ 0 h 1186"/>
                    <a:gd name="T46" fmla="*/ 227993 w 852"/>
                    <a:gd name="T47" fmla="*/ 0 h 1186"/>
                    <a:gd name="T48" fmla="*/ 66528 w 852"/>
                    <a:gd name="T49" fmla="*/ 66612 h 1186"/>
                    <a:gd name="T50" fmla="*/ 66528 w 852"/>
                    <a:gd name="T51" fmla="*/ 66612 h 1186"/>
                    <a:gd name="T52" fmla="*/ 0 w 852"/>
                    <a:gd name="T53" fmla="*/ 228281 h 1186"/>
                    <a:gd name="T54" fmla="*/ 0 w 852"/>
                    <a:gd name="T55" fmla="*/ 228281 h 1186"/>
                    <a:gd name="T56" fmla="*/ 39557 w 852"/>
                    <a:gd name="T57" fmla="*/ 356104 h 1186"/>
                    <a:gd name="T58" fmla="*/ 39557 w 852"/>
                    <a:gd name="T59" fmla="*/ 356104 h 1186"/>
                    <a:gd name="T60" fmla="*/ 39557 w 852"/>
                    <a:gd name="T61" fmla="*/ 359345 h 1186"/>
                    <a:gd name="T62" fmla="*/ 39557 w 852"/>
                    <a:gd name="T63" fmla="*/ 405793 h 1186"/>
                    <a:gd name="T64" fmla="*/ 39557 w 852"/>
                    <a:gd name="T65" fmla="*/ 405793 h 1186"/>
                    <a:gd name="T66" fmla="*/ 60055 w 852"/>
                    <a:gd name="T67" fmla="*/ 426677 h 1186"/>
                    <a:gd name="T68" fmla="*/ 106445 w 852"/>
                    <a:gd name="T69" fmla="*/ 426677 h 1186"/>
                    <a:gd name="T70" fmla="*/ 106445 w 852"/>
                    <a:gd name="T71" fmla="*/ 426677 h 1186"/>
                    <a:gd name="T72" fmla="*/ 127302 w 852"/>
                    <a:gd name="T73" fmla="*/ 405793 h 1186"/>
                    <a:gd name="T74" fmla="*/ 127302 w 852"/>
                    <a:gd name="T75" fmla="*/ 359345 h 1186"/>
                    <a:gd name="T76" fmla="*/ 127302 w 852"/>
                    <a:gd name="T77" fmla="*/ 359345 h 1186"/>
                    <a:gd name="T78" fmla="*/ 106445 w 852"/>
                    <a:gd name="T79" fmla="*/ 338821 h 118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852" h="1186">
                      <a:moveTo>
                        <a:pt x="278" y="1109"/>
                      </a:moveTo>
                      <a:lnTo>
                        <a:pt x="184" y="1109"/>
                      </a:lnTo>
                      <a:lnTo>
                        <a:pt x="184" y="1014"/>
                      </a:lnTo>
                      <a:lnTo>
                        <a:pt x="278" y="1014"/>
                      </a:lnTo>
                      <a:lnTo>
                        <a:pt x="278" y="1109"/>
                      </a:lnTo>
                      <a:close/>
                      <a:moveTo>
                        <a:pt x="296" y="941"/>
                      </a:moveTo>
                      <a:lnTo>
                        <a:pt x="167" y="941"/>
                      </a:lnTo>
                      <a:cubicBezTo>
                        <a:pt x="166" y="941"/>
                        <a:pt x="166" y="941"/>
                        <a:pt x="166" y="941"/>
                      </a:cubicBezTo>
                      <a:cubicBezTo>
                        <a:pt x="105" y="848"/>
                        <a:pt x="74" y="743"/>
                        <a:pt x="74" y="634"/>
                      </a:cubicBezTo>
                      <a:cubicBezTo>
                        <a:pt x="74" y="485"/>
                        <a:pt x="132" y="343"/>
                        <a:pt x="238" y="238"/>
                      </a:cubicBezTo>
                      <a:cubicBezTo>
                        <a:pt x="343" y="132"/>
                        <a:pt x="484" y="74"/>
                        <a:pt x="634" y="74"/>
                      </a:cubicBezTo>
                      <a:cubicBezTo>
                        <a:pt x="690" y="74"/>
                        <a:pt x="745" y="83"/>
                        <a:pt x="798" y="99"/>
                      </a:cubicBezTo>
                      <a:cubicBezTo>
                        <a:pt x="818" y="105"/>
                        <a:pt x="838" y="93"/>
                        <a:pt x="844" y="74"/>
                      </a:cubicBezTo>
                      <a:cubicBezTo>
                        <a:pt x="851" y="55"/>
                        <a:pt x="839" y="34"/>
                        <a:pt x="820" y="28"/>
                      </a:cubicBezTo>
                      <a:cubicBezTo>
                        <a:pt x="760" y="9"/>
                        <a:pt x="697" y="0"/>
                        <a:pt x="634" y="0"/>
                      </a:cubicBezTo>
                      <a:cubicBezTo>
                        <a:pt x="465" y="0"/>
                        <a:pt x="305" y="65"/>
                        <a:pt x="185" y="185"/>
                      </a:cubicBezTo>
                      <a:cubicBezTo>
                        <a:pt x="65" y="305"/>
                        <a:pt x="0" y="464"/>
                        <a:pt x="0" y="634"/>
                      </a:cubicBezTo>
                      <a:cubicBezTo>
                        <a:pt x="0" y="761"/>
                        <a:pt x="38" y="884"/>
                        <a:pt x="110" y="989"/>
                      </a:cubicBezTo>
                      <a:cubicBezTo>
                        <a:pt x="110" y="992"/>
                        <a:pt x="110" y="995"/>
                        <a:pt x="110" y="998"/>
                      </a:cubicBezTo>
                      <a:lnTo>
                        <a:pt x="110" y="1127"/>
                      </a:lnTo>
                      <a:cubicBezTo>
                        <a:pt x="110" y="1158"/>
                        <a:pt x="135" y="1185"/>
                        <a:pt x="167" y="1185"/>
                      </a:cubicBezTo>
                      <a:lnTo>
                        <a:pt x="296" y="1185"/>
                      </a:lnTo>
                      <a:cubicBezTo>
                        <a:pt x="327" y="1185"/>
                        <a:pt x="354" y="1158"/>
                        <a:pt x="354" y="1127"/>
                      </a:cubicBezTo>
                      <a:lnTo>
                        <a:pt x="354" y="998"/>
                      </a:lnTo>
                      <a:cubicBezTo>
                        <a:pt x="354" y="966"/>
                        <a:pt x="327" y="941"/>
                        <a:pt x="296" y="9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900"/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43EB8B-25AB-0618-581E-F60AD64E4061}"/>
                </a:ext>
              </a:extLst>
            </p:cNvPr>
            <p:cNvSpPr txBox="1"/>
            <p:nvPr/>
          </p:nvSpPr>
          <p:spPr>
            <a:xfrm>
              <a:off x="10808536" y="9563203"/>
              <a:ext cx="6759333" cy="2921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50"/>
                </a:lnSpc>
              </a:pPr>
              <a:r>
                <a:rPr lang="en-US" sz="12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 residual risk heat map demonstrates the reduction in overall risk exposure following the application of controls, supporting </a:t>
              </a:r>
              <a:r>
                <a:rPr lang="en-US" sz="1200" dirty="0" err="1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prioritisation</a:t>
              </a:r>
              <a:r>
                <a:rPr lang="en-US" sz="12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of remaining risks that require ongoing monitoring or further management action.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923F82-34F1-E78F-C15C-05624752A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273861"/>
              </p:ext>
            </p:extLst>
          </p:nvPr>
        </p:nvGraphicFramePr>
        <p:xfrm>
          <a:off x="4751474" y="1800748"/>
          <a:ext cx="7221665" cy="313275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13187">
                  <a:extLst>
                    <a:ext uri="{9D8B030D-6E8A-4147-A177-3AD203B41FA5}">
                      <a16:colId xmlns:a16="http://schemas.microsoft.com/office/drawing/2014/main" val="2401139622"/>
                    </a:ext>
                  </a:extLst>
                </a:gridCol>
                <a:gridCol w="901413">
                  <a:extLst>
                    <a:ext uri="{9D8B030D-6E8A-4147-A177-3AD203B41FA5}">
                      <a16:colId xmlns:a16="http://schemas.microsoft.com/office/drawing/2014/main" val="2375946548"/>
                    </a:ext>
                  </a:extLst>
                </a:gridCol>
                <a:gridCol w="901413">
                  <a:extLst>
                    <a:ext uri="{9D8B030D-6E8A-4147-A177-3AD203B41FA5}">
                      <a16:colId xmlns:a16="http://schemas.microsoft.com/office/drawing/2014/main" val="2793847814"/>
                    </a:ext>
                  </a:extLst>
                </a:gridCol>
                <a:gridCol w="901413">
                  <a:extLst>
                    <a:ext uri="{9D8B030D-6E8A-4147-A177-3AD203B41FA5}">
                      <a16:colId xmlns:a16="http://schemas.microsoft.com/office/drawing/2014/main" val="3123497262"/>
                    </a:ext>
                  </a:extLst>
                </a:gridCol>
                <a:gridCol w="901413">
                  <a:extLst>
                    <a:ext uri="{9D8B030D-6E8A-4147-A177-3AD203B41FA5}">
                      <a16:colId xmlns:a16="http://schemas.microsoft.com/office/drawing/2014/main" val="3708126312"/>
                    </a:ext>
                  </a:extLst>
                </a:gridCol>
                <a:gridCol w="901413">
                  <a:extLst>
                    <a:ext uri="{9D8B030D-6E8A-4147-A177-3AD203B41FA5}">
                      <a16:colId xmlns:a16="http://schemas.microsoft.com/office/drawing/2014/main" val="2909667381"/>
                    </a:ext>
                  </a:extLst>
                </a:gridCol>
                <a:gridCol w="901413">
                  <a:extLst>
                    <a:ext uri="{9D8B030D-6E8A-4147-A177-3AD203B41FA5}">
                      <a16:colId xmlns:a16="http://schemas.microsoft.com/office/drawing/2014/main" val="1279051012"/>
                    </a:ext>
                  </a:extLst>
                </a:gridCol>
              </a:tblGrid>
              <a:tr h="527797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Residual Risk Heat Map</a:t>
                      </a:r>
                      <a:endParaRPr lang="en-US" sz="2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450529"/>
                  </a:ext>
                </a:extLst>
              </a:tr>
              <a:tr h="311040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49512"/>
                  </a:ext>
                </a:extLst>
              </a:tr>
              <a:tr h="42768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</a:rPr>
                        <a:t>Residual Impact Scale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46645"/>
                  </a:ext>
                </a:extLst>
              </a:tr>
              <a:tr h="31104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tx2"/>
                          </a:solidFill>
                          <a:effectLst/>
                        </a:rPr>
                        <a:t>Residual Likelihood Scale</a:t>
                      </a:r>
                      <a:endParaRPr lang="en-US" sz="16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13233"/>
                  </a:ext>
                </a:extLst>
              </a:tr>
              <a:tr h="31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843823"/>
                  </a:ext>
                </a:extLst>
              </a:tr>
              <a:tr h="31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043429"/>
                  </a:ext>
                </a:extLst>
              </a:tr>
              <a:tr h="31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5631988"/>
                  </a:ext>
                </a:extLst>
              </a:tr>
              <a:tr h="31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58045"/>
                  </a:ext>
                </a:extLst>
              </a:tr>
              <a:tr h="31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468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5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5B3A47-FEFB-7F44-94D0-F9E5CFDBEA8D}"/>
              </a:ext>
            </a:extLst>
          </p:cNvPr>
          <p:cNvGrpSpPr/>
          <p:nvPr/>
        </p:nvGrpSpPr>
        <p:grpSpPr>
          <a:xfrm>
            <a:off x="2424618" y="699408"/>
            <a:ext cx="7342763" cy="619853"/>
            <a:chOff x="4846062" y="1531690"/>
            <a:chExt cx="14685526" cy="123970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BAB834-84FA-3A4B-9D99-444FCB5FA429}"/>
                </a:ext>
              </a:extLst>
            </p:cNvPr>
            <p:cNvSpPr txBox="1"/>
            <p:nvPr/>
          </p:nvSpPr>
          <p:spPr>
            <a:xfrm>
              <a:off x="4846062" y="1531690"/>
              <a:ext cx="1468552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3000" dirty="0">
                  <a:solidFill>
                    <a:srgbClr val="363E48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Risk Treatment &amp; Governance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1929AB8-F939-084A-82BA-7A736F678DD8}"/>
                </a:ext>
              </a:extLst>
            </p:cNvPr>
            <p:cNvSpPr/>
            <p:nvPr/>
          </p:nvSpPr>
          <p:spPr>
            <a:xfrm>
              <a:off x="12095594" y="2584936"/>
              <a:ext cx="186462" cy="1864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363E48"/>
                </a:solidFill>
                <a:latin typeface="Calibri" panose="020F0502020204030204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878D05-6E28-5843-8919-7DA6E77606D2}"/>
              </a:ext>
            </a:extLst>
          </p:cNvPr>
          <p:cNvGrpSpPr/>
          <p:nvPr/>
        </p:nvGrpSpPr>
        <p:grpSpPr>
          <a:xfrm>
            <a:off x="3933441" y="2000279"/>
            <a:ext cx="4255217" cy="4250746"/>
            <a:chOff x="8969641" y="5033139"/>
            <a:chExt cx="6298565" cy="6291949"/>
          </a:xfrm>
        </p:grpSpPr>
        <p:sp>
          <p:nvSpPr>
            <p:cNvPr id="90" name="Freeform: Shape 5309">
              <a:extLst>
                <a:ext uri="{FF2B5EF4-FFF2-40B4-BE49-F238E27FC236}">
                  <a16:creationId xmlns:a16="http://schemas.microsoft.com/office/drawing/2014/main" id="{5392DB79-C943-664C-99B7-14E7AB6D4496}"/>
                </a:ext>
              </a:extLst>
            </p:cNvPr>
            <p:cNvSpPr/>
            <p:nvPr/>
          </p:nvSpPr>
          <p:spPr>
            <a:xfrm>
              <a:off x="8969641" y="5033139"/>
              <a:ext cx="6298565" cy="629194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05" h="1903">
                  <a:moveTo>
                    <a:pt x="141" y="711"/>
                  </a:moveTo>
                  <a:cubicBezTo>
                    <a:pt x="7" y="844"/>
                    <a:pt x="7" y="1060"/>
                    <a:pt x="141" y="1193"/>
                  </a:cubicBezTo>
                  <a:lnTo>
                    <a:pt x="710" y="1762"/>
                  </a:lnTo>
                  <a:cubicBezTo>
                    <a:pt x="843" y="1896"/>
                    <a:pt x="1060" y="1896"/>
                    <a:pt x="1194" y="1762"/>
                  </a:cubicBezTo>
                  <a:lnTo>
                    <a:pt x="1763" y="1193"/>
                  </a:lnTo>
                  <a:cubicBezTo>
                    <a:pt x="1896" y="1060"/>
                    <a:pt x="1896" y="844"/>
                    <a:pt x="1763" y="711"/>
                  </a:cubicBezTo>
                  <a:lnTo>
                    <a:pt x="1194" y="142"/>
                  </a:lnTo>
                  <a:cubicBezTo>
                    <a:pt x="1060" y="9"/>
                    <a:pt x="843" y="9"/>
                    <a:pt x="710" y="142"/>
                  </a:cubicBezTo>
                  <a:close/>
                  <a:moveTo>
                    <a:pt x="1792" y="1223"/>
                  </a:moveTo>
                  <a:lnTo>
                    <a:pt x="1223" y="1792"/>
                  </a:lnTo>
                  <a:cubicBezTo>
                    <a:pt x="1074" y="1941"/>
                    <a:pt x="830" y="1941"/>
                    <a:pt x="680" y="1792"/>
                  </a:cubicBezTo>
                  <a:lnTo>
                    <a:pt x="112" y="1223"/>
                  </a:lnTo>
                  <a:cubicBezTo>
                    <a:pt x="-37" y="1074"/>
                    <a:pt x="-37" y="831"/>
                    <a:pt x="112" y="681"/>
                  </a:cubicBezTo>
                  <a:lnTo>
                    <a:pt x="680" y="112"/>
                  </a:lnTo>
                  <a:cubicBezTo>
                    <a:pt x="830" y="-37"/>
                    <a:pt x="1074" y="-37"/>
                    <a:pt x="1223" y="112"/>
                  </a:cubicBezTo>
                  <a:lnTo>
                    <a:pt x="1792" y="681"/>
                  </a:lnTo>
                  <a:cubicBezTo>
                    <a:pt x="1942" y="831"/>
                    <a:pt x="1942" y="1074"/>
                    <a:pt x="1792" y="1223"/>
                  </a:cubicBezTo>
                  <a:close/>
                </a:path>
              </a:pathLst>
            </a:custGeom>
            <a:solidFill>
              <a:srgbClr val="EFF1F8"/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defTabSz="914217" hangingPunct="0"/>
              <a:endParaRPr lang="en-US" sz="900">
                <a:solidFill>
                  <a:srgbClr val="737572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2501EA4-31F5-AD40-9B03-B13D962FFF8E}"/>
                </a:ext>
              </a:extLst>
            </p:cNvPr>
            <p:cNvSpPr/>
            <p:nvPr/>
          </p:nvSpPr>
          <p:spPr>
            <a:xfrm>
              <a:off x="9309697" y="5436274"/>
              <a:ext cx="1871721" cy="18717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C74BC9D-6729-AF47-8D49-1299243B4F40}"/>
                </a:ext>
              </a:extLst>
            </p:cNvPr>
            <p:cNvSpPr/>
            <p:nvPr/>
          </p:nvSpPr>
          <p:spPr>
            <a:xfrm>
              <a:off x="13067577" y="5436273"/>
              <a:ext cx="1871721" cy="18717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A0AFA08D-2173-DD4C-A511-BBE1C37CBCC6}"/>
                </a:ext>
              </a:extLst>
            </p:cNvPr>
            <p:cNvSpPr/>
            <p:nvPr/>
          </p:nvSpPr>
          <p:spPr>
            <a:xfrm>
              <a:off x="9309696" y="8888503"/>
              <a:ext cx="1871721" cy="18717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0F50A62F-686D-894F-964F-201C4194776B}"/>
                </a:ext>
              </a:extLst>
            </p:cNvPr>
            <p:cNvSpPr/>
            <p:nvPr/>
          </p:nvSpPr>
          <p:spPr>
            <a:xfrm>
              <a:off x="13067930" y="8888697"/>
              <a:ext cx="1871721" cy="18717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9287658-92D7-7B4B-B9E1-09784709590C}"/>
              </a:ext>
            </a:extLst>
          </p:cNvPr>
          <p:cNvGrpSpPr/>
          <p:nvPr/>
        </p:nvGrpSpPr>
        <p:grpSpPr>
          <a:xfrm>
            <a:off x="7061881" y="5033230"/>
            <a:ext cx="544636" cy="414601"/>
            <a:chOff x="17083598" y="2386671"/>
            <a:chExt cx="1081851" cy="823555"/>
          </a:xfrm>
          <a:solidFill>
            <a:schemeClr val="bg1"/>
          </a:solidFill>
        </p:grpSpPr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18987D47-3404-5D4B-B589-AAE25CDCE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5376" y="2667430"/>
              <a:ext cx="262040" cy="265783"/>
            </a:xfrm>
            <a:custGeom>
              <a:avLst/>
              <a:gdLst>
                <a:gd name="T0" fmla="*/ 83434 w 309"/>
                <a:gd name="T1" fmla="*/ 32306 h 314"/>
                <a:gd name="T2" fmla="*/ 83434 w 309"/>
                <a:gd name="T3" fmla="*/ 79329 h 314"/>
                <a:gd name="T4" fmla="*/ 83434 w 309"/>
                <a:gd name="T5" fmla="*/ 79329 h 314"/>
                <a:gd name="T6" fmla="*/ 77680 w 309"/>
                <a:gd name="T7" fmla="*/ 85790 h 314"/>
                <a:gd name="T8" fmla="*/ 32367 w 309"/>
                <a:gd name="T9" fmla="*/ 85790 h 314"/>
                <a:gd name="T10" fmla="*/ 32367 w 309"/>
                <a:gd name="T11" fmla="*/ 85790 h 314"/>
                <a:gd name="T12" fmla="*/ 26612 w 309"/>
                <a:gd name="T13" fmla="*/ 79329 h 314"/>
                <a:gd name="T14" fmla="*/ 26612 w 309"/>
                <a:gd name="T15" fmla="*/ 32306 h 314"/>
                <a:gd name="T16" fmla="*/ 26612 w 309"/>
                <a:gd name="T17" fmla="*/ 32306 h 314"/>
                <a:gd name="T18" fmla="*/ 32367 w 309"/>
                <a:gd name="T19" fmla="*/ 26204 h 314"/>
                <a:gd name="T20" fmla="*/ 77680 w 309"/>
                <a:gd name="T21" fmla="*/ 26204 h 314"/>
                <a:gd name="T22" fmla="*/ 77680 w 309"/>
                <a:gd name="T23" fmla="*/ 26204 h 314"/>
                <a:gd name="T24" fmla="*/ 83434 w 309"/>
                <a:gd name="T25" fmla="*/ 32306 h 314"/>
                <a:gd name="T26" fmla="*/ 32367 w 309"/>
                <a:gd name="T27" fmla="*/ 0 h 314"/>
                <a:gd name="T28" fmla="*/ 32367 w 309"/>
                <a:gd name="T29" fmla="*/ 0 h 314"/>
                <a:gd name="T30" fmla="*/ 0 w 309"/>
                <a:gd name="T31" fmla="*/ 32306 h 314"/>
                <a:gd name="T32" fmla="*/ 0 w 309"/>
                <a:gd name="T33" fmla="*/ 79329 h 314"/>
                <a:gd name="T34" fmla="*/ 0 w 309"/>
                <a:gd name="T35" fmla="*/ 79329 h 314"/>
                <a:gd name="T36" fmla="*/ 32367 w 309"/>
                <a:gd name="T37" fmla="*/ 112353 h 314"/>
                <a:gd name="T38" fmla="*/ 77680 w 309"/>
                <a:gd name="T39" fmla="*/ 112353 h 314"/>
                <a:gd name="T40" fmla="*/ 77680 w 309"/>
                <a:gd name="T41" fmla="*/ 112353 h 314"/>
                <a:gd name="T42" fmla="*/ 110765 w 309"/>
                <a:gd name="T43" fmla="*/ 79329 h 314"/>
                <a:gd name="T44" fmla="*/ 110765 w 309"/>
                <a:gd name="T45" fmla="*/ 32306 h 314"/>
                <a:gd name="T46" fmla="*/ 110765 w 309"/>
                <a:gd name="T47" fmla="*/ 32306 h 314"/>
                <a:gd name="T48" fmla="*/ 77680 w 309"/>
                <a:gd name="T49" fmla="*/ 0 h 314"/>
                <a:gd name="T50" fmla="*/ 32367 w 309"/>
                <a:gd name="T51" fmla="*/ 0 h 31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09" h="314">
                  <a:moveTo>
                    <a:pt x="232" y="90"/>
                  </a:moveTo>
                  <a:lnTo>
                    <a:pt x="232" y="221"/>
                  </a:lnTo>
                  <a:cubicBezTo>
                    <a:pt x="232" y="232"/>
                    <a:pt x="225" y="239"/>
                    <a:pt x="216" y="239"/>
                  </a:cubicBezTo>
                  <a:lnTo>
                    <a:pt x="90" y="239"/>
                  </a:lnTo>
                  <a:cubicBezTo>
                    <a:pt x="81" y="239"/>
                    <a:pt x="74" y="232"/>
                    <a:pt x="74" y="221"/>
                  </a:cubicBezTo>
                  <a:lnTo>
                    <a:pt x="74" y="90"/>
                  </a:lnTo>
                  <a:cubicBezTo>
                    <a:pt x="74" y="81"/>
                    <a:pt x="81" y="73"/>
                    <a:pt x="90" y="73"/>
                  </a:cubicBezTo>
                  <a:lnTo>
                    <a:pt x="216" y="73"/>
                  </a:lnTo>
                  <a:cubicBezTo>
                    <a:pt x="225" y="73"/>
                    <a:pt x="232" y="81"/>
                    <a:pt x="232" y="90"/>
                  </a:cubicBezTo>
                  <a:close/>
                  <a:moveTo>
                    <a:pt x="90" y="0"/>
                  </a:moveTo>
                  <a:lnTo>
                    <a:pt x="90" y="0"/>
                  </a:lnTo>
                  <a:cubicBezTo>
                    <a:pt x="40" y="0"/>
                    <a:pt x="0" y="39"/>
                    <a:pt x="0" y="90"/>
                  </a:cubicBezTo>
                  <a:lnTo>
                    <a:pt x="0" y="221"/>
                  </a:lnTo>
                  <a:cubicBezTo>
                    <a:pt x="0" y="272"/>
                    <a:pt x="40" y="313"/>
                    <a:pt x="90" y="313"/>
                  </a:cubicBezTo>
                  <a:lnTo>
                    <a:pt x="216" y="313"/>
                  </a:lnTo>
                  <a:cubicBezTo>
                    <a:pt x="266" y="313"/>
                    <a:pt x="308" y="272"/>
                    <a:pt x="308" y="221"/>
                  </a:cubicBezTo>
                  <a:lnTo>
                    <a:pt x="308" y="90"/>
                  </a:lnTo>
                  <a:cubicBezTo>
                    <a:pt x="308" y="39"/>
                    <a:pt x="266" y="0"/>
                    <a:pt x="216" y="0"/>
                  </a:cubicBez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06BA6E9F-58E3-594D-8E0F-75B5DCA48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3020" y="2955673"/>
              <a:ext cx="426751" cy="254553"/>
            </a:xfrm>
            <a:custGeom>
              <a:avLst/>
              <a:gdLst>
                <a:gd name="T0" fmla="*/ 150993 w 501"/>
                <a:gd name="T1" fmla="*/ 78970 h 298"/>
                <a:gd name="T2" fmla="*/ 150993 w 501"/>
                <a:gd name="T3" fmla="*/ 78970 h 298"/>
                <a:gd name="T4" fmla="*/ 146658 w 501"/>
                <a:gd name="T5" fmla="*/ 80781 h 298"/>
                <a:gd name="T6" fmla="*/ 33955 w 501"/>
                <a:gd name="T7" fmla="*/ 80781 h 298"/>
                <a:gd name="T8" fmla="*/ 33955 w 501"/>
                <a:gd name="T9" fmla="*/ 80781 h 298"/>
                <a:gd name="T10" fmla="*/ 29621 w 501"/>
                <a:gd name="T11" fmla="*/ 78970 h 298"/>
                <a:gd name="T12" fmla="*/ 29621 w 501"/>
                <a:gd name="T13" fmla="*/ 78970 h 298"/>
                <a:gd name="T14" fmla="*/ 28537 w 501"/>
                <a:gd name="T15" fmla="*/ 73899 h 298"/>
                <a:gd name="T16" fmla="*/ 40096 w 501"/>
                <a:gd name="T17" fmla="*/ 30791 h 298"/>
                <a:gd name="T18" fmla="*/ 40096 w 501"/>
                <a:gd name="T19" fmla="*/ 30791 h 298"/>
                <a:gd name="T20" fmla="*/ 45515 w 501"/>
                <a:gd name="T21" fmla="*/ 26806 h 298"/>
                <a:gd name="T22" fmla="*/ 135099 w 501"/>
                <a:gd name="T23" fmla="*/ 26806 h 298"/>
                <a:gd name="T24" fmla="*/ 135099 w 501"/>
                <a:gd name="T25" fmla="*/ 26806 h 298"/>
                <a:gd name="T26" fmla="*/ 140518 w 501"/>
                <a:gd name="T27" fmla="*/ 30791 h 298"/>
                <a:gd name="T28" fmla="*/ 152077 w 501"/>
                <a:gd name="T29" fmla="*/ 73899 h 298"/>
                <a:gd name="T30" fmla="*/ 152077 w 501"/>
                <a:gd name="T31" fmla="*/ 73899 h 298"/>
                <a:gd name="T32" fmla="*/ 150993 w 501"/>
                <a:gd name="T33" fmla="*/ 78970 h 298"/>
                <a:gd name="T34" fmla="*/ 166526 w 501"/>
                <a:gd name="T35" fmla="*/ 24271 h 298"/>
                <a:gd name="T36" fmla="*/ 166526 w 501"/>
                <a:gd name="T37" fmla="*/ 24271 h 298"/>
                <a:gd name="T38" fmla="*/ 135099 w 501"/>
                <a:gd name="T39" fmla="*/ 0 h 298"/>
                <a:gd name="T40" fmla="*/ 45515 w 501"/>
                <a:gd name="T41" fmla="*/ 0 h 298"/>
                <a:gd name="T42" fmla="*/ 45515 w 501"/>
                <a:gd name="T43" fmla="*/ 0 h 298"/>
                <a:gd name="T44" fmla="*/ 14449 w 501"/>
                <a:gd name="T45" fmla="*/ 24271 h 298"/>
                <a:gd name="T46" fmla="*/ 2890 w 501"/>
                <a:gd name="T47" fmla="*/ 67016 h 298"/>
                <a:gd name="T48" fmla="*/ 2890 w 501"/>
                <a:gd name="T49" fmla="*/ 67016 h 298"/>
                <a:gd name="T50" fmla="*/ 8308 w 501"/>
                <a:gd name="T51" fmla="*/ 95271 h 298"/>
                <a:gd name="T52" fmla="*/ 8308 w 501"/>
                <a:gd name="T53" fmla="*/ 95271 h 298"/>
                <a:gd name="T54" fmla="*/ 33955 w 501"/>
                <a:gd name="T55" fmla="*/ 107588 h 298"/>
                <a:gd name="T56" fmla="*/ 146658 w 501"/>
                <a:gd name="T57" fmla="*/ 107588 h 298"/>
                <a:gd name="T58" fmla="*/ 146658 w 501"/>
                <a:gd name="T59" fmla="*/ 107588 h 298"/>
                <a:gd name="T60" fmla="*/ 172306 w 501"/>
                <a:gd name="T61" fmla="*/ 95271 h 298"/>
                <a:gd name="T62" fmla="*/ 172306 w 501"/>
                <a:gd name="T63" fmla="*/ 95271 h 298"/>
                <a:gd name="T64" fmla="*/ 177724 w 501"/>
                <a:gd name="T65" fmla="*/ 67016 h 298"/>
                <a:gd name="T66" fmla="*/ 166526 w 501"/>
                <a:gd name="T67" fmla="*/ 24271 h 29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01" h="298">
                  <a:moveTo>
                    <a:pt x="418" y="218"/>
                  </a:moveTo>
                  <a:lnTo>
                    <a:pt x="418" y="218"/>
                  </a:lnTo>
                  <a:cubicBezTo>
                    <a:pt x="416" y="220"/>
                    <a:pt x="412" y="223"/>
                    <a:pt x="406" y="223"/>
                  </a:cubicBezTo>
                  <a:lnTo>
                    <a:pt x="94" y="223"/>
                  </a:lnTo>
                  <a:cubicBezTo>
                    <a:pt x="88" y="223"/>
                    <a:pt x="83" y="220"/>
                    <a:pt x="82" y="218"/>
                  </a:cubicBezTo>
                  <a:cubicBezTo>
                    <a:pt x="81" y="216"/>
                    <a:pt x="77" y="210"/>
                    <a:pt x="79" y="204"/>
                  </a:cubicBezTo>
                  <a:lnTo>
                    <a:pt x="111" y="85"/>
                  </a:lnTo>
                  <a:cubicBezTo>
                    <a:pt x="113" y="78"/>
                    <a:pt x="119" y="74"/>
                    <a:pt x="126" y="74"/>
                  </a:cubicBezTo>
                  <a:lnTo>
                    <a:pt x="374" y="74"/>
                  </a:lnTo>
                  <a:cubicBezTo>
                    <a:pt x="381" y="74"/>
                    <a:pt x="387" y="78"/>
                    <a:pt x="389" y="85"/>
                  </a:cubicBezTo>
                  <a:lnTo>
                    <a:pt x="421" y="204"/>
                  </a:lnTo>
                  <a:cubicBezTo>
                    <a:pt x="423" y="210"/>
                    <a:pt x="419" y="216"/>
                    <a:pt x="418" y="218"/>
                  </a:cubicBezTo>
                  <a:close/>
                  <a:moveTo>
                    <a:pt x="461" y="67"/>
                  </a:moveTo>
                  <a:lnTo>
                    <a:pt x="461" y="67"/>
                  </a:lnTo>
                  <a:cubicBezTo>
                    <a:pt x="449" y="27"/>
                    <a:pt x="414" y="0"/>
                    <a:pt x="374" y="0"/>
                  </a:cubicBezTo>
                  <a:lnTo>
                    <a:pt x="126" y="0"/>
                  </a:lnTo>
                  <a:cubicBezTo>
                    <a:pt x="86" y="0"/>
                    <a:pt x="51" y="27"/>
                    <a:pt x="40" y="67"/>
                  </a:cubicBezTo>
                  <a:lnTo>
                    <a:pt x="8" y="185"/>
                  </a:lnTo>
                  <a:cubicBezTo>
                    <a:pt x="0" y="211"/>
                    <a:pt x="6" y="240"/>
                    <a:pt x="23" y="263"/>
                  </a:cubicBezTo>
                  <a:cubicBezTo>
                    <a:pt x="40" y="285"/>
                    <a:pt x="65" y="297"/>
                    <a:pt x="94" y="297"/>
                  </a:cubicBezTo>
                  <a:lnTo>
                    <a:pt x="406" y="297"/>
                  </a:lnTo>
                  <a:cubicBezTo>
                    <a:pt x="434" y="297"/>
                    <a:pt x="459" y="285"/>
                    <a:pt x="477" y="263"/>
                  </a:cubicBezTo>
                  <a:cubicBezTo>
                    <a:pt x="495" y="240"/>
                    <a:pt x="500" y="211"/>
                    <a:pt x="492" y="185"/>
                  </a:cubicBezTo>
                  <a:lnTo>
                    <a:pt x="461" y="67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30" name="Freeform 18">
              <a:extLst>
                <a:ext uri="{FF2B5EF4-FFF2-40B4-BE49-F238E27FC236}">
                  <a16:creationId xmlns:a16="http://schemas.microsoft.com/office/drawing/2014/main" id="{F3C8FEED-340E-244D-9AD9-00432A9CB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7236" y="2704864"/>
              <a:ext cx="205890" cy="209632"/>
            </a:xfrm>
            <a:custGeom>
              <a:avLst/>
              <a:gdLst>
                <a:gd name="T0" fmla="*/ 26480 w 244"/>
                <a:gd name="T1" fmla="*/ 29276 h 249"/>
                <a:gd name="T2" fmla="*/ 26480 w 244"/>
                <a:gd name="T3" fmla="*/ 29276 h 249"/>
                <a:gd name="T4" fmla="*/ 29343 w 244"/>
                <a:gd name="T5" fmla="*/ 26777 h 249"/>
                <a:gd name="T6" fmla="*/ 57612 w 244"/>
                <a:gd name="T7" fmla="*/ 26777 h 249"/>
                <a:gd name="T8" fmla="*/ 57612 w 244"/>
                <a:gd name="T9" fmla="*/ 26777 h 249"/>
                <a:gd name="T10" fmla="*/ 60475 w 244"/>
                <a:gd name="T11" fmla="*/ 29276 h 249"/>
                <a:gd name="T12" fmla="*/ 60475 w 244"/>
                <a:gd name="T13" fmla="*/ 58910 h 249"/>
                <a:gd name="T14" fmla="*/ 60475 w 244"/>
                <a:gd name="T15" fmla="*/ 58910 h 249"/>
                <a:gd name="T16" fmla="*/ 57612 w 244"/>
                <a:gd name="T17" fmla="*/ 62123 h 249"/>
                <a:gd name="T18" fmla="*/ 29343 w 244"/>
                <a:gd name="T19" fmla="*/ 62123 h 249"/>
                <a:gd name="T20" fmla="*/ 29343 w 244"/>
                <a:gd name="T21" fmla="*/ 62123 h 249"/>
                <a:gd name="T22" fmla="*/ 26480 w 244"/>
                <a:gd name="T23" fmla="*/ 58910 h 249"/>
                <a:gd name="T24" fmla="*/ 26480 w 244"/>
                <a:gd name="T25" fmla="*/ 29276 h 249"/>
                <a:gd name="T26" fmla="*/ 29343 w 244"/>
                <a:gd name="T27" fmla="*/ 88543 h 249"/>
                <a:gd name="T28" fmla="*/ 57612 w 244"/>
                <a:gd name="T29" fmla="*/ 88543 h 249"/>
                <a:gd name="T30" fmla="*/ 57612 w 244"/>
                <a:gd name="T31" fmla="*/ 88543 h 249"/>
                <a:gd name="T32" fmla="*/ 86955 w 244"/>
                <a:gd name="T33" fmla="*/ 58910 h 249"/>
                <a:gd name="T34" fmla="*/ 86955 w 244"/>
                <a:gd name="T35" fmla="*/ 29276 h 249"/>
                <a:gd name="T36" fmla="*/ 86955 w 244"/>
                <a:gd name="T37" fmla="*/ 29276 h 249"/>
                <a:gd name="T38" fmla="*/ 57612 w 244"/>
                <a:gd name="T39" fmla="*/ 0 h 249"/>
                <a:gd name="T40" fmla="*/ 29343 w 244"/>
                <a:gd name="T41" fmla="*/ 0 h 249"/>
                <a:gd name="T42" fmla="*/ 29343 w 244"/>
                <a:gd name="T43" fmla="*/ 0 h 249"/>
                <a:gd name="T44" fmla="*/ 0 w 244"/>
                <a:gd name="T45" fmla="*/ 29276 h 249"/>
                <a:gd name="T46" fmla="*/ 0 w 244"/>
                <a:gd name="T47" fmla="*/ 58910 h 249"/>
                <a:gd name="T48" fmla="*/ 0 w 244"/>
                <a:gd name="T49" fmla="*/ 58910 h 249"/>
                <a:gd name="T50" fmla="*/ 29343 w 244"/>
                <a:gd name="T51" fmla="*/ 88543 h 24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4" h="249">
                  <a:moveTo>
                    <a:pt x="74" y="82"/>
                  </a:moveTo>
                  <a:lnTo>
                    <a:pt x="74" y="82"/>
                  </a:lnTo>
                  <a:cubicBezTo>
                    <a:pt x="74" y="77"/>
                    <a:pt x="77" y="75"/>
                    <a:pt x="82" y="75"/>
                  </a:cubicBezTo>
                  <a:lnTo>
                    <a:pt x="161" y="75"/>
                  </a:lnTo>
                  <a:cubicBezTo>
                    <a:pt x="165" y="75"/>
                    <a:pt x="169" y="77"/>
                    <a:pt x="169" y="82"/>
                  </a:cubicBezTo>
                  <a:lnTo>
                    <a:pt x="169" y="165"/>
                  </a:lnTo>
                  <a:cubicBezTo>
                    <a:pt x="169" y="170"/>
                    <a:pt x="165" y="174"/>
                    <a:pt x="161" y="174"/>
                  </a:cubicBezTo>
                  <a:lnTo>
                    <a:pt x="82" y="174"/>
                  </a:lnTo>
                  <a:cubicBezTo>
                    <a:pt x="77" y="174"/>
                    <a:pt x="74" y="170"/>
                    <a:pt x="74" y="165"/>
                  </a:cubicBezTo>
                  <a:lnTo>
                    <a:pt x="74" y="82"/>
                  </a:lnTo>
                  <a:close/>
                  <a:moveTo>
                    <a:pt x="82" y="248"/>
                  </a:moveTo>
                  <a:lnTo>
                    <a:pt x="161" y="248"/>
                  </a:lnTo>
                  <a:cubicBezTo>
                    <a:pt x="206" y="248"/>
                    <a:pt x="243" y="211"/>
                    <a:pt x="243" y="165"/>
                  </a:cubicBezTo>
                  <a:lnTo>
                    <a:pt x="243" y="82"/>
                  </a:lnTo>
                  <a:cubicBezTo>
                    <a:pt x="243" y="37"/>
                    <a:pt x="206" y="0"/>
                    <a:pt x="161" y="0"/>
                  </a:cubicBezTo>
                  <a:lnTo>
                    <a:pt x="82" y="0"/>
                  </a:lnTo>
                  <a:cubicBezTo>
                    <a:pt x="37" y="0"/>
                    <a:pt x="0" y="37"/>
                    <a:pt x="0" y="82"/>
                  </a:cubicBezTo>
                  <a:lnTo>
                    <a:pt x="0" y="165"/>
                  </a:lnTo>
                  <a:cubicBezTo>
                    <a:pt x="0" y="211"/>
                    <a:pt x="37" y="248"/>
                    <a:pt x="82" y="24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31" name="Freeform 19">
              <a:extLst>
                <a:ext uri="{FF2B5EF4-FFF2-40B4-BE49-F238E27FC236}">
                  <a16:creationId xmlns:a16="http://schemas.microsoft.com/office/drawing/2014/main" id="{75787213-0402-5549-8160-ED5E6115C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3598" y="2936957"/>
              <a:ext cx="325677" cy="202145"/>
            </a:xfrm>
            <a:custGeom>
              <a:avLst/>
              <a:gdLst>
                <a:gd name="T0" fmla="*/ 109698 w 384"/>
                <a:gd name="T1" fmla="*/ 58711 h 238"/>
                <a:gd name="T2" fmla="*/ 28054 w 384"/>
                <a:gd name="T3" fmla="*/ 58711 h 238"/>
                <a:gd name="T4" fmla="*/ 28054 w 384"/>
                <a:gd name="T5" fmla="*/ 58711 h 238"/>
                <a:gd name="T6" fmla="*/ 28054 w 384"/>
                <a:gd name="T7" fmla="*/ 57990 h 238"/>
                <a:gd name="T8" fmla="*/ 36686 w 384"/>
                <a:gd name="T9" fmla="*/ 27014 h 238"/>
                <a:gd name="T10" fmla="*/ 36686 w 384"/>
                <a:gd name="T11" fmla="*/ 27014 h 238"/>
                <a:gd name="T12" fmla="*/ 36686 w 384"/>
                <a:gd name="T13" fmla="*/ 27014 h 238"/>
                <a:gd name="T14" fmla="*/ 101786 w 384"/>
                <a:gd name="T15" fmla="*/ 27014 h 238"/>
                <a:gd name="T16" fmla="*/ 101786 w 384"/>
                <a:gd name="T17" fmla="*/ 27014 h 238"/>
                <a:gd name="T18" fmla="*/ 101786 w 384"/>
                <a:gd name="T19" fmla="*/ 27014 h 238"/>
                <a:gd name="T20" fmla="*/ 110058 w 384"/>
                <a:gd name="T21" fmla="*/ 57990 h 238"/>
                <a:gd name="T22" fmla="*/ 110058 w 384"/>
                <a:gd name="T23" fmla="*/ 57990 h 238"/>
                <a:gd name="T24" fmla="*/ 109698 w 384"/>
                <a:gd name="T25" fmla="*/ 58711 h 238"/>
                <a:gd name="T26" fmla="*/ 127322 w 384"/>
                <a:gd name="T27" fmla="*/ 20171 h 238"/>
                <a:gd name="T28" fmla="*/ 127322 w 384"/>
                <a:gd name="T29" fmla="*/ 20171 h 238"/>
                <a:gd name="T30" fmla="*/ 101786 w 384"/>
                <a:gd name="T31" fmla="*/ 0 h 238"/>
                <a:gd name="T32" fmla="*/ 36686 w 384"/>
                <a:gd name="T33" fmla="*/ 0 h 238"/>
                <a:gd name="T34" fmla="*/ 36686 w 384"/>
                <a:gd name="T35" fmla="*/ 0 h 238"/>
                <a:gd name="T36" fmla="*/ 10430 w 384"/>
                <a:gd name="T37" fmla="*/ 20171 h 238"/>
                <a:gd name="T38" fmla="*/ 2518 w 384"/>
                <a:gd name="T39" fmla="*/ 51147 h 238"/>
                <a:gd name="T40" fmla="*/ 2518 w 384"/>
                <a:gd name="T41" fmla="*/ 51147 h 238"/>
                <a:gd name="T42" fmla="*/ 6834 w 384"/>
                <a:gd name="T43" fmla="*/ 74559 h 238"/>
                <a:gd name="T44" fmla="*/ 6834 w 384"/>
                <a:gd name="T45" fmla="*/ 74559 h 238"/>
                <a:gd name="T46" fmla="*/ 28773 w 384"/>
                <a:gd name="T47" fmla="*/ 85365 h 238"/>
                <a:gd name="T48" fmla="*/ 109698 w 384"/>
                <a:gd name="T49" fmla="*/ 85365 h 238"/>
                <a:gd name="T50" fmla="*/ 109698 w 384"/>
                <a:gd name="T51" fmla="*/ 85365 h 238"/>
                <a:gd name="T52" fmla="*/ 131638 w 384"/>
                <a:gd name="T53" fmla="*/ 74559 h 238"/>
                <a:gd name="T54" fmla="*/ 131638 w 384"/>
                <a:gd name="T55" fmla="*/ 74559 h 238"/>
                <a:gd name="T56" fmla="*/ 135954 w 384"/>
                <a:gd name="T57" fmla="*/ 51147 h 238"/>
                <a:gd name="T58" fmla="*/ 127322 w 384"/>
                <a:gd name="T59" fmla="*/ 20171 h 2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84" h="238">
                  <a:moveTo>
                    <a:pt x="305" y="163"/>
                  </a:moveTo>
                  <a:lnTo>
                    <a:pt x="78" y="163"/>
                  </a:lnTo>
                  <a:cubicBezTo>
                    <a:pt x="78" y="163"/>
                    <a:pt x="78" y="163"/>
                    <a:pt x="78" y="161"/>
                  </a:cubicBezTo>
                  <a:lnTo>
                    <a:pt x="102" y="75"/>
                  </a:lnTo>
                  <a:lnTo>
                    <a:pt x="283" y="75"/>
                  </a:lnTo>
                  <a:lnTo>
                    <a:pt x="306" y="161"/>
                  </a:lnTo>
                  <a:cubicBezTo>
                    <a:pt x="306" y="163"/>
                    <a:pt x="305" y="163"/>
                    <a:pt x="305" y="163"/>
                  </a:cubicBezTo>
                  <a:close/>
                  <a:moveTo>
                    <a:pt x="354" y="56"/>
                  </a:moveTo>
                  <a:lnTo>
                    <a:pt x="354" y="56"/>
                  </a:lnTo>
                  <a:cubicBezTo>
                    <a:pt x="345" y="23"/>
                    <a:pt x="316" y="0"/>
                    <a:pt x="283" y="0"/>
                  </a:cubicBezTo>
                  <a:lnTo>
                    <a:pt x="102" y="0"/>
                  </a:lnTo>
                  <a:cubicBezTo>
                    <a:pt x="69" y="0"/>
                    <a:pt x="38" y="23"/>
                    <a:pt x="29" y="56"/>
                  </a:cubicBezTo>
                  <a:lnTo>
                    <a:pt x="7" y="142"/>
                  </a:lnTo>
                  <a:cubicBezTo>
                    <a:pt x="0" y="164"/>
                    <a:pt x="6" y="189"/>
                    <a:pt x="19" y="207"/>
                  </a:cubicBezTo>
                  <a:cubicBezTo>
                    <a:pt x="34" y="226"/>
                    <a:pt x="56" y="237"/>
                    <a:pt x="80" y="237"/>
                  </a:cubicBezTo>
                  <a:lnTo>
                    <a:pt x="305" y="237"/>
                  </a:lnTo>
                  <a:cubicBezTo>
                    <a:pt x="329" y="237"/>
                    <a:pt x="351" y="226"/>
                    <a:pt x="366" y="207"/>
                  </a:cubicBezTo>
                  <a:cubicBezTo>
                    <a:pt x="379" y="189"/>
                    <a:pt x="383" y="164"/>
                    <a:pt x="378" y="142"/>
                  </a:cubicBezTo>
                  <a:lnTo>
                    <a:pt x="354" y="56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32" name="Freeform 20">
              <a:extLst>
                <a:ext uri="{FF2B5EF4-FFF2-40B4-BE49-F238E27FC236}">
                  <a16:creationId xmlns:a16="http://schemas.microsoft.com/office/drawing/2014/main" id="{16E38386-DE4D-334A-BC50-CDFF09D70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9667" y="2704864"/>
              <a:ext cx="209632" cy="209632"/>
            </a:xfrm>
            <a:custGeom>
              <a:avLst/>
              <a:gdLst>
                <a:gd name="T0" fmla="*/ 61686 w 245"/>
                <a:gd name="T1" fmla="*/ 29276 h 249"/>
                <a:gd name="T2" fmla="*/ 61686 w 245"/>
                <a:gd name="T3" fmla="*/ 58910 h 249"/>
                <a:gd name="T4" fmla="*/ 61686 w 245"/>
                <a:gd name="T5" fmla="*/ 58910 h 249"/>
                <a:gd name="T6" fmla="*/ 58420 w 245"/>
                <a:gd name="T7" fmla="*/ 62123 h 249"/>
                <a:gd name="T8" fmla="*/ 30117 w 245"/>
                <a:gd name="T9" fmla="*/ 62123 h 249"/>
                <a:gd name="T10" fmla="*/ 30117 w 245"/>
                <a:gd name="T11" fmla="*/ 62123 h 249"/>
                <a:gd name="T12" fmla="*/ 27214 w 245"/>
                <a:gd name="T13" fmla="*/ 58910 h 249"/>
                <a:gd name="T14" fmla="*/ 27214 w 245"/>
                <a:gd name="T15" fmla="*/ 29276 h 249"/>
                <a:gd name="T16" fmla="*/ 27214 w 245"/>
                <a:gd name="T17" fmla="*/ 29276 h 249"/>
                <a:gd name="T18" fmla="*/ 30117 w 245"/>
                <a:gd name="T19" fmla="*/ 26777 h 249"/>
                <a:gd name="T20" fmla="*/ 58420 w 245"/>
                <a:gd name="T21" fmla="*/ 26777 h 249"/>
                <a:gd name="T22" fmla="*/ 58420 w 245"/>
                <a:gd name="T23" fmla="*/ 26777 h 249"/>
                <a:gd name="T24" fmla="*/ 61686 w 245"/>
                <a:gd name="T25" fmla="*/ 29276 h 249"/>
                <a:gd name="T26" fmla="*/ 0 w 245"/>
                <a:gd name="T27" fmla="*/ 29276 h 249"/>
                <a:gd name="T28" fmla="*/ 0 w 245"/>
                <a:gd name="T29" fmla="*/ 58910 h 249"/>
                <a:gd name="T30" fmla="*/ 0 w 245"/>
                <a:gd name="T31" fmla="*/ 58910 h 249"/>
                <a:gd name="T32" fmla="*/ 30117 w 245"/>
                <a:gd name="T33" fmla="*/ 88543 h 249"/>
                <a:gd name="T34" fmla="*/ 58420 w 245"/>
                <a:gd name="T35" fmla="*/ 88543 h 249"/>
                <a:gd name="T36" fmla="*/ 58420 w 245"/>
                <a:gd name="T37" fmla="*/ 88543 h 249"/>
                <a:gd name="T38" fmla="*/ 88537 w 245"/>
                <a:gd name="T39" fmla="*/ 58910 h 249"/>
                <a:gd name="T40" fmla="*/ 88537 w 245"/>
                <a:gd name="T41" fmla="*/ 29276 h 249"/>
                <a:gd name="T42" fmla="*/ 88537 w 245"/>
                <a:gd name="T43" fmla="*/ 29276 h 249"/>
                <a:gd name="T44" fmla="*/ 58420 w 245"/>
                <a:gd name="T45" fmla="*/ 0 h 249"/>
                <a:gd name="T46" fmla="*/ 30117 w 245"/>
                <a:gd name="T47" fmla="*/ 0 h 249"/>
                <a:gd name="T48" fmla="*/ 30117 w 245"/>
                <a:gd name="T49" fmla="*/ 0 h 249"/>
                <a:gd name="T50" fmla="*/ 0 w 245"/>
                <a:gd name="T51" fmla="*/ 29276 h 24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5" h="249">
                  <a:moveTo>
                    <a:pt x="170" y="82"/>
                  </a:moveTo>
                  <a:lnTo>
                    <a:pt x="170" y="165"/>
                  </a:lnTo>
                  <a:cubicBezTo>
                    <a:pt x="170" y="170"/>
                    <a:pt x="166" y="174"/>
                    <a:pt x="161" y="174"/>
                  </a:cubicBezTo>
                  <a:lnTo>
                    <a:pt x="83" y="174"/>
                  </a:lnTo>
                  <a:cubicBezTo>
                    <a:pt x="79" y="174"/>
                    <a:pt x="75" y="170"/>
                    <a:pt x="75" y="165"/>
                  </a:cubicBezTo>
                  <a:lnTo>
                    <a:pt x="75" y="82"/>
                  </a:lnTo>
                  <a:cubicBezTo>
                    <a:pt x="75" y="77"/>
                    <a:pt x="79" y="75"/>
                    <a:pt x="83" y="75"/>
                  </a:cubicBezTo>
                  <a:lnTo>
                    <a:pt x="161" y="75"/>
                  </a:lnTo>
                  <a:cubicBezTo>
                    <a:pt x="166" y="75"/>
                    <a:pt x="170" y="77"/>
                    <a:pt x="170" y="82"/>
                  </a:cubicBezTo>
                  <a:close/>
                  <a:moveTo>
                    <a:pt x="0" y="82"/>
                  </a:moveTo>
                  <a:lnTo>
                    <a:pt x="0" y="165"/>
                  </a:lnTo>
                  <a:cubicBezTo>
                    <a:pt x="0" y="211"/>
                    <a:pt x="37" y="248"/>
                    <a:pt x="83" y="248"/>
                  </a:cubicBezTo>
                  <a:lnTo>
                    <a:pt x="161" y="248"/>
                  </a:lnTo>
                  <a:cubicBezTo>
                    <a:pt x="207" y="248"/>
                    <a:pt x="244" y="211"/>
                    <a:pt x="244" y="165"/>
                  </a:cubicBezTo>
                  <a:lnTo>
                    <a:pt x="244" y="82"/>
                  </a:lnTo>
                  <a:cubicBezTo>
                    <a:pt x="244" y="37"/>
                    <a:pt x="207" y="0"/>
                    <a:pt x="161" y="0"/>
                  </a:cubicBezTo>
                  <a:lnTo>
                    <a:pt x="83" y="0"/>
                  </a:lnTo>
                  <a:cubicBezTo>
                    <a:pt x="37" y="0"/>
                    <a:pt x="0" y="37"/>
                    <a:pt x="0" y="8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33" name="Freeform 21">
              <a:extLst>
                <a:ext uri="{FF2B5EF4-FFF2-40B4-BE49-F238E27FC236}">
                  <a16:creationId xmlns:a16="http://schemas.microsoft.com/office/drawing/2014/main" id="{874F76C9-5513-8C4D-8AE0-5480F0A99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9772" y="2936957"/>
              <a:ext cx="325677" cy="202145"/>
            </a:xfrm>
            <a:custGeom>
              <a:avLst/>
              <a:gdLst>
                <a:gd name="T0" fmla="*/ 109413 w 385"/>
                <a:gd name="T1" fmla="*/ 58711 h 238"/>
                <a:gd name="T2" fmla="*/ 28340 w 385"/>
                <a:gd name="T3" fmla="*/ 58711 h 238"/>
                <a:gd name="T4" fmla="*/ 28340 w 385"/>
                <a:gd name="T5" fmla="*/ 58711 h 238"/>
                <a:gd name="T6" fmla="*/ 28340 w 385"/>
                <a:gd name="T7" fmla="*/ 57990 h 238"/>
                <a:gd name="T8" fmla="*/ 36232 w 385"/>
                <a:gd name="T9" fmla="*/ 27014 h 238"/>
                <a:gd name="T10" fmla="*/ 36232 w 385"/>
                <a:gd name="T11" fmla="*/ 27014 h 238"/>
                <a:gd name="T12" fmla="*/ 36591 w 385"/>
                <a:gd name="T13" fmla="*/ 27014 h 238"/>
                <a:gd name="T14" fmla="*/ 101163 w 385"/>
                <a:gd name="T15" fmla="*/ 27014 h 238"/>
                <a:gd name="T16" fmla="*/ 101163 w 385"/>
                <a:gd name="T17" fmla="*/ 27014 h 238"/>
                <a:gd name="T18" fmla="*/ 101521 w 385"/>
                <a:gd name="T19" fmla="*/ 27014 h 238"/>
                <a:gd name="T20" fmla="*/ 109413 w 385"/>
                <a:gd name="T21" fmla="*/ 57990 h 238"/>
                <a:gd name="T22" fmla="*/ 109413 w 385"/>
                <a:gd name="T23" fmla="*/ 57990 h 238"/>
                <a:gd name="T24" fmla="*/ 109413 w 385"/>
                <a:gd name="T25" fmla="*/ 58711 h 238"/>
                <a:gd name="T26" fmla="*/ 135601 w 385"/>
                <a:gd name="T27" fmla="*/ 51147 h 238"/>
                <a:gd name="T28" fmla="*/ 126991 w 385"/>
                <a:gd name="T29" fmla="*/ 20171 h 238"/>
                <a:gd name="T30" fmla="*/ 126991 w 385"/>
                <a:gd name="T31" fmla="*/ 20171 h 238"/>
                <a:gd name="T32" fmla="*/ 101163 w 385"/>
                <a:gd name="T33" fmla="*/ 0 h 238"/>
                <a:gd name="T34" fmla="*/ 36591 w 385"/>
                <a:gd name="T35" fmla="*/ 0 h 238"/>
                <a:gd name="T36" fmla="*/ 36591 w 385"/>
                <a:gd name="T37" fmla="*/ 0 h 238"/>
                <a:gd name="T38" fmla="*/ 10762 w 385"/>
                <a:gd name="T39" fmla="*/ 20171 h 238"/>
                <a:gd name="T40" fmla="*/ 2511 w 385"/>
                <a:gd name="T41" fmla="*/ 51147 h 238"/>
                <a:gd name="T42" fmla="*/ 2511 w 385"/>
                <a:gd name="T43" fmla="*/ 51147 h 238"/>
                <a:gd name="T44" fmla="*/ 7175 w 385"/>
                <a:gd name="T45" fmla="*/ 74559 h 238"/>
                <a:gd name="T46" fmla="*/ 7175 w 385"/>
                <a:gd name="T47" fmla="*/ 74559 h 238"/>
                <a:gd name="T48" fmla="*/ 28340 w 385"/>
                <a:gd name="T49" fmla="*/ 85365 h 238"/>
                <a:gd name="T50" fmla="*/ 109413 w 385"/>
                <a:gd name="T51" fmla="*/ 85365 h 238"/>
                <a:gd name="T52" fmla="*/ 109413 w 385"/>
                <a:gd name="T53" fmla="*/ 85365 h 238"/>
                <a:gd name="T54" fmla="*/ 130937 w 385"/>
                <a:gd name="T55" fmla="*/ 74559 h 238"/>
                <a:gd name="T56" fmla="*/ 130937 w 385"/>
                <a:gd name="T57" fmla="*/ 74559 h 238"/>
                <a:gd name="T58" fmla="*/ 135601 w 385"/>
                <a:gd name="T59" fmla="*/ 51147 h 23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85" h="238">
                  <a:moveTo>
                    <a:pt x="305" y="163"/>
                  </a:moveTo>
                  <a:lnTo>
                    <a:pt x="79" y="163"/>
                  </a:lnTo>
                  <a:cubicBezTo>
                    <a:pt x="79" y="163"/>
                    <a:pt x="77" y="163"/>
                    <a:pt x="79" y="161"/>
                  </a:cubicBezTo>
                  <a:lnTo>
                    <a:pt x="101" y="75"/>
                  </a:lnTo>
                  <a:cubicBezTo>
                    <a:pt x="102" y="75"/>
                    <a:pt x="102" y="75"/>
                    <a:pt x="102" y="75"/>
                  </a:cubicBezTo>
                  <a:lnTo>
                    <a:pt x="282" y="75"/>
                  </a:lnTo>
                  <a:lnTo>
                    <a:pt x="283" y="75"/>
                  </a:lnTo>
                  <a:lnTo>
                    <a:pt x="305" y="161"/>
                  </a:lnTo>
                  <a:cubicBezTo>
                    <a:pt x="307" y="163"/>
                    <a:pt x="305" y="163"/>
                    <a:pt x="305" y="163"/>
                  </a:cubicBezTo>
                  <a:close/>
                  <a:moveTo>
                    <a:pt x="378" y="142"/>
                  </a:moveTo>
                  <a:lnTo>
                    <a:pt x="354" y="56"/>
                  </a:lnTo>
                  <a:cubicBezTo>
                    <a:pt x="345" y="23"/>
                    <a:pt x="316" y="0"/>
                    <a:pt x="282" y="0"/>
                  </a:cubicBezTo>
                  <a:lnTo>
                    <a:pt x="102" y="0"/>
                  </a:lnTo>
                  <a:cubicBezTo>
                    <a:pt x="68" y="0"/>
                    <a:pt x="39" y="23"/>
                    <a:pt x="30" y="56"/>
                  </a:cubicBezTo>
                  <a:lnTo>
                    <a:pt x="7" y="142"/>
                  </a:lnTo>
                  <a:cubicBezTo>
                    <a:pt x="0" y="164"/>
                    <a:pt x="5" y="189"/>
                    <a:pt x="20" y="207"/>
                  </a:cubicBezTo>
                  <a:cubicBezTo>
                    <a:pt x="35" y="226"/>
                    <a:pt x="55" y="237"/>
                    <a:pt x="79" y="237"/>
                  </a:cubicBezTo>
                  <a:lnTo>
                    <a:pt x="305" y="237"/>
                  </a:lnTo>
                  <a:cubicBezTo>
                    <a:pt x="329" y="237"/>
                    <a:pt x="350" y="226"/>
                    <a:pt x="365" y="207"/>
                  </a:cubicBezTo>
                  <a:cubicBezTo>
                    <a:pt x="380" y="189"/>
                    <a:pt x="384" y="164"/>
                    <a:pt x="378" y="1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34" name="Freeform 22">
              <a:extLst>
                <a:ext uri="{FF2B5EF4-FFF2-40B4-BE49-F238E27FC236}">
                  <a16:creationId xmlns:a16="http://schemas.microsoft.com/office/drawing/2014/main" id="{D1538C05-C9F9-954B-8F27-91DCF6DA3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4565" y="2386671"/>
              <a:ext cx="763660" cy="288246"/>
            </a:xfrm>
            <a:custGeom>
              <a:avLst/>
              <a:gdLst>
                <a:gd name="T0" fmla="*/ 9366 w 899"/>
                <a:gd name="T1" fmla="*/ 118653 h 341"/>
                <a:gd name="T2" fmla="*/ 9366 w 899"/>
                <a:gd name="T3" fmla="*/ 118653 h 341"/>
                <a:gd name="T4" fmla="*/ 27018 w 899"/>
                <a:gd name="T5" fmla="*/ 112201 h 341"/>
                <a:gd name="T6" fmla="*/ 27018 w 899"/>
                <a:gd name="T7" fmla="*/ 112201 h 341"/>
                <a:gd name="T8" fmla="*/ 80692 w 899"/>
                <a:gd name="T9" fmla="*/ 50186 h 341"/>
                <a:gd name="T10" fmla="*/ 80692 w 899"/>
                <a:gd name="T11" fmla="*/ 50186 h 341"/>
                <a:gd name="T12" fmla="*/ 162105 w 899"/>
                <a:gd name="T13" fmla="*/ 26527 h 341"/>
                <a:gd name="T14" fmla="*/ 162105 w 899"/>
                <a:gd name="T15" fmla="*/ 26527 h 341"/>
                <a:gd name="T16" fmla="*/ 242797 w 899"/>
                <a:gd name="T17" fmla="*/ 50186 h 341"/>
                <a:gd name="T18" fmla="*/ 242797 w 899"/>
                <a:gd name="T19" fmla="*/ 50186 h 341"/>
                <a:gd name="T20" fmla="*/ 295752 w 899"/>
                <a:gd name="T21" fmla="*/ 111125 h 341"/>
                <a:gd name="T22" fmla="*/ 295752 w 899"/>
                <a:gd name="T23" fmla="*/ 111125 h 341"/>
                <a:gd name="T24" fmla="*/ 314124 w 899"/>
                <a:gd name="T25" fmla="*/ 117936 h 341"/>
                <a:gd name="T26" fmla="*/ 314124 w 899"/>
                <a:gd name="T27" fmla="*/ 117936 h 341"/>
                <a:gd name="T28" fmla="*/ 320608 w 899"/>
                <a:gd name="T29" fmla="*/ 99654 h 341"/>
                <a:gd name="T30" fmla="*/ 320608 w 899"/>
                <a:gd name="T31" fmla="*/ 99654 h 341"/>
                <a:gd name="T32" fmla="*/ 256847 w 899"/>
                <a:gd name="T33" fmla="*/ 27961 h 341"/>
                <a:gd name="T34" fmla="*/ 256847 w 899"/>
                <a:gd name="T35" fmla="*/ 27961 h 341"/>
                <a:gd name="T36" fmla="*/ 162105 w 899"/>
                <a:gd name="T37" fmla="*/ 0 h 341"/>
                <a:gd name="T38" fmla="*/ 162105 w 899"/>
                <a:gd name="T39" fmla="*/ 0 h 341"/>
                <a:gd name="T40" fmla="*/ 65923 w 899"/>
                <a:gd name="T41" fmla="*/ 27961 h 341"/>
                <a:gd name="T42" fmla="*/ 65923 w 899"/>
                <a:gd name="T43" fmla="*/ 27961 h 341"/>
                <a:gd name="T44" fmla="*/ 2522 w 899"/>
                <a:gd name="T45" fmla="*/ 101088 h 341"/>
                <a:gd name="T46" fmla="*/ 2522 w 899"/>
                <a:gd name="T47" fmla="*/ 101088 h 341"/>
                <a:gd name="T48" fmla="*/ 9366 w 899"/>
                <a:gd name="T49" fmla="*/ 118653 h 3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899" h="341">
                  <a:moveTo>
                    <a:pt x="26" y="331"/>
                  </a:moveTo>
                  <a:lnTo>
                    <a:pt x="26" y="331"/>
                  </a:lnTo>
                  <a:cubicBezTo>
                    <a:pt x="45" y="340"/>
                    <a:pt x="69" y="326"/>
                    <a:pt x="75" y="313"/>
                  </a:cubicBezTo>
                  <a:cubicBezTo>
                    <a:pt x="108" y="242"/>
                    <a:pt x="159" y="183"/>
                    <a:pt x="224" y="140"/>
                  </a:cubicBezTo>
                  <a:cubicBezTo>
                    <a:pt x="292" y="97"/>
                    <a:pt x="369" y="74"/>
                    <a:pt x="450" y="74"/>
                  </a:cubicBezTo>
                  <a:cubicBezTo>
                    <a:pt x="528" y="74"/>
                    <a:pt x="606" y="97"/>
                    <a:pt x="674" y="140"/>
                  </a:cubicBezTo>
                  <a:cubicBezTo>
                    <a:pt x="737" y="182"/>
                    <a:pt x="789" y="241"/>
                    <a:pt x="821" y="310"/>
                  </a:cubicBezTo>
                  <a:cubicBezTo>
                    <a:pt x="830" y="329"/>
                    <a:pt x="853" y="337"/>
                    <a:pt x="872" y="329"/>
                  </a:cubicBezTo>
                  <a:cubicBezTo>
                    <a:pt x="890" y="319"/>
                    <a:pt x="898" y="297"/>
                    <a:pt x="890" y="278"/>
                  </a:cubicBezTo>
                  <a:cubicBezTo>
                    <a:pt x="851" y="196"/>
                    <a:pt x="789" y="127"/>
                    <a:pt x="713" y="78"/>
                  </a:cubicBezTo>
                  <a:cubicBezTo>
                    <a:pt x="635" y="26"/>
                    <a:pt x="543" y="0"/>
                    <a:pt x="450" y="0"/>
                  </a:cubicBezTo>
                  <a:cubicBezTo>
                    <a:pt x="355" y="0"/>
                    <a:pt x="263" y="28"/>
                    <a:pt x="183" y="78"/>
                  </a:cubicBezTo>
                  <a:cubicBezTo>
                    <a:pt x="106" y="128"/>
                    <a:pt x="45" y="199"/>
                    <a:pt x="7" y="282"/>
                  </a:cubicBezTo>
                  <a:cubicBezTo>
                    <a:pt x="0" y="300"/>
                    <a:pt x="7" y="322"/>
                    <a:pt x="26" y="33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EABB4AB-9FEC-C247-9978-DFF7DFB9D61F}"/>
              </a:ext>
            </a:extLst>
          </p:cNvPr>
          <p:cNvGrpSpPr/>
          <p:nvPr/>
        </p:nvGrpSpPr>
        <p:grpSpPr>
          <a:xfrm>
            <a:off x="4566457" y="4966725"/>
            <a:ext cx="457947" cy="540865"/>
            <a:chOff x="10356648" y="2255652"/>
            <a:chExt cx="909656" cy="1074364"/>
          </a:xfrm>
          <a:solidFill>
            <a:schemeClr val="bg1"/>
          </a:solidFill>
        </p:grpSpPr>
        <p:sp>
          <p:nvSpPr>
            <p:cNvPr id="136" name="Freeform 45">
              <a:extLst>
                <a:ext uri="{FF2B5EF4-FFF2-40B4-BE49-F238E27FC236}">
                  <a16:creationId xmlns:a16="http://schemas.microsoft.com/office/drawing/2014/main" id="{4DAA1D57-D75B-3D44-9C8D-D17F60C47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6648" y="2255652"/>
              <a:ext cx="505365" cy="692534"/>
            </a:xfrm>
            <a:custGeom>
              <a:avLst/>
              <a:gdLst>
                <a:gd name="T0" fmla="*/ 161454 w 596"/>
                <a:gd name="T1" fmla="*/ 121650 h 816"/>
                <a:gd name="T2" fmla="*/ 161454 w 596"/>
                <a:gd name="T3" fmla="*/ 121650 h 816"/>
                <a:gd name="T4" fmla="*/ 146351 w 596"/>
                <a:gd name="T5" fmla="*/ 134966 h 816"/>
                <a:gd name="T6" fmla="*/ 132687 w 596"/>
                <a:gd name="T7" fmla="*/ 244739 h 816"/>
                <a:gd name="T8" fmla="*/ 132687 w 596"/>
                <a:gd name="T9" fmla="*/ 244739 h 816"/>
                <a:gd name="T10" fmla="*/ 106797 w 596"/>
                <a:gd name="T11" fmla="*/ 266694 h 816"/>
                <a:gd name="T12" fmla="*/ 106797 w 596"/>
                <a:gd name="T13" fmla="*/ 266694 h 816"/>
                <a:gd name="T14" fmla="*/ 81266 w 596"/>
                <a:gd name="T15" fmla="*/ 244739 h 816"/>
                <a:gd name="T16" fmla="*/ 67602 w 596"/>
                <a:gd name="T17" fmla="*/ 134966 h 816"/>
                <a:gd name="T18" fmla="*/ 67602 w 596"/>
                <a:gd name="T19" fmla="*/ 134966 h 816"/>
                <a:gd name="T20" fmla="*/ 52499 w 596"/>
                <a:gd name="T21" fmla="*/ 121650 h 816"/>
                <a:gd name="T22" fmla="*/ 32003 w 596"/>
                <a:gd name="T23" fmla="*/ 121650 h 816"/>
                <a:gd name="T24" fmla="*/ 106797 w 596"/>
                <a:gd name="T25" fmla="*/ 33112 h 816"/>
                <a:gd name="T26" fmla="*/ 182310 w 596"/>
                <a:gd name="T27" fmla="*/ 121650 h 816"/>
                <a:gd name="T28" fmla="*/ 161454 w 596"/>
                <a:gd name="T29" fmla="*/ 121650 h 816"/>
                <a:gd name="T30" fmla="*/ 210358 w 596"/>
                <a:gd name="T31" fmla="*/ 134966 h 816"/>
                <a:gd name="T32" fmla="*/ 210358 w 596"/>
                <a:gd name="T33" fmla="*/ 134966 h 816"/>
                <a:gd name="T34" fmla="*/ 206402 w 596"/>
                <a:gd name="T35" fmla="*/ 109773 h 816"/>
                <a:gd name="T36" fmla="*/ 118663 w 596"/>
                <a:gd name="T37" fmla="*/ 5399 h 816"/>
                <a:gd name="T38" fmla="*/ 118663 w 596"/>
                <a:gd name="T39" fmla="*/ 5399 h 816"/>
                <a:gd name="T40" fmla="*/ 106797 w 596"/>
                <a:gd name="T41" fmla="*/ 0 h 816"/>
                <a:gd name="T42" fmla="*/ 106797 w 596"/>
                <a:gd name="T43" fmla="*/ 0 h 816"/>
                <a:gd name="T44" fmla="*/ 95290 w 596"/>
                <a:gd name="T45" fmla="*/ 5399 h 816"/>
                <a:gd name="T46" fmla="*/ 6832 w 596"/>
                <a:gd name="T47" fmla="*/ 109773 h 816"/>
                <a:gd name="T48" fmla="*/ 6832 w 596"/>
                <a:gd name="T49" fmla="*/ 109773 h 816"/>
                <a:gd name="T50" fmla="*/ 3596 w 596"/>
                <a:gd name="T51" fmla="*/ 134966 h 816"/>
                <a:gd name="T52" fmla="*/ 3596 w 596"/>
                <a:gd name="T53" fmla="*/ 134966 h 816"/>
                <a:gd name="T54" fmla="*/ 24811 w 596"/>
                <a:gd name="T55" fmla="*/ 148643 h 816"/>
                <a:gd name="T56" fmla="*/ 42431 w 596"/>
                <a:gd name="T57" fmla="*/ 148643 h 816"/>
                <a:gd name="T58" fmla="*/ 55017 w 596"/>
                <a:gd name="T59" fmla="*/ 247978 h 816"/>
                <a:gd name="T60" fmla="*/ 55017 w 596"/>
                <a:gd name="T61" fmla="*/ 247978 h 816"/>
                <a:gd name="T62" fmla="*/ 106797 w 596"/>
                <a:gd name="T63" fmla="*/ 293327 h 816"/>
                <a:gd name="T64" fmla="*/ 106797 w 596"/>
                <a:gd name="T65" fmla="*/ 293327 h 816"/>
                <a:gd name="T66" fmla="*/ 158937 w 596"/>
                <a:gd name="T67" fmla="*/ 247978 h 816"/>
                <a:gd name="T68" fmla="*/ 171522 w 596"/>
                <a:gd name="T69" fmla="*/ 148643 h 816"/>
                <a:gd name="T70" fmla="*/ 188423 w 596"/>
                <a:gd name="T71" fmla="*/ 148643 h 816"/>
                <a:gd name="T72" fmla="*/ 188423 w 596"/>
                <a:gd name="T73" fmla="*/ 148643 h 816"/>
                <a:gd name="T74" fmla="*/ 210358 w 596"/>
                <a:gd name="T75" fmla="*/ 134966 h 81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" h="816">
                  <a:moveTo>
                    <a:pt x="449" y="338"/>
                  </a:moveTo>
                  <a:lnTo>
                    <a:pt x="449" y="338"/>
                  </a:lnTo>
                  <a:cubicBezTo>
                    <a:pt x="426" y="338"/>
                    <a:pt x="409" y="354"/>
                    <a:pt x="407" y="375"/>
                  </a:cubicBezTo>
                  <a:lnTo>
                    <a:pt x="369" y="680"/>
                  </a:lnTo>
                  <a:cubicBezTo>
                    <a:pt x="364" y="714"/>
                    <a:pt x="333" y="741"/>
                    <a:pt x="297" y="741"/>
                  </a:cubicBezTo>
                  <a:cubicBezTo>
                    <a:pt x="262" y="741"/>
                    <a:pt x="231" y="714"/>
                    <a:pt x="226" y="680"/>
                  </a:cubicBezTo>
                  <a:lnTo>
                    <a:pt x="188" y="375"/>
                  </a:lnTo>
                  <a:cubicBezTo>
                    <a:pt x="185" y="354"/>
                    <a:pt x="167" y="338"/>
                    <a:pt x="146" y="338"/>
                  </a:cubicBezTo>
                  <a:lnTo>
                    <a:pt x="89" y="338"/>
                  </a:lnTo>
                  <a:lnTo>
                    <a:pt x="297" y="92"/>
                  </a:lnTo>
                  <a:lnTo>
                    <a:pt x="507" y="338"/>
                  </a:lnTo>
                  <a:lnTo>
                    <a:pt x="449" y="338"/>
                  </a:lnTo>
                  <a:close/>
                  <a:moveTo>
                    <a:pt x="585" y="375"/>
                  </a:moveTo>
                  <a:lnTo>
                    <a:pt x="585" y="375"/>
                  </a:lnTo>
                  <a:cubicBezTo>
                    <a:pt x="595" y="351"/>
                    <a:pt x="592" y="324"/>
                    <a:pt x="574" y="305"/>
                  </a:cubicBezTo>
                  <a:lnTo>
                    <a:pt x="330" y="15"/>
                  </a:lnTo>
                  <a:cubicBezTo>
                    <a:pt x="321" y="5"/>
                    <a:pt x="309" y="0"/>
                    <a:pt x="297" y="0"/>
                  </a:cubicBezTo>
                  <a:cubicBezTo>
                    <a:pt x="284" y="0"/>
                    <a:pt x="274" y="5"/>
                    <a:pt x="265" y="15"/>
                  </a:cubicBezTo>
                  <a:lnTo>
                    <a:pt x="19" y="305"/>
                  </a:lnTo>
                  <a:cubicBezTo>
                    <a:pt x="3" y="324"/>
                    <a:pt x="0" y="351"/>
                    <a:pt x="10" y="375"/>
                  </a:cubicBezTo>
                  <a:cubicBezTo>
                    <a:pt x="20" y="398"/>
                    <a:pt x="44" y="413"/>
                    <a:pt x="69" y="413"/>
                  </a:cubicBezTo>
                  <a:lnTo>
                    <a:pt x="118" y="413"/>
                  </a:lnTo>
                  <a:lnTo>
                    <a:pt x="153" y="689"/>
                  </a:lnTo>
                  <a:cubicBezTo>
                    <a:pt x="161" y="759"/>
                    <a:pt x="223" y="815"/>
                    <a:pt x="297" y="815"/>
                  </a:cubicBezTo>
                  <a:cubicBezTo>
                    <a:pt x="372" y="815"/>
                    <a:pt x="434" y="759"/>
                    <a:pt x="442" y="689"/>
                  </a:cubicBezTo>
                  <a:lnTo>
                    <a:pt x="477" y="413"/>
                  </a:lnTo>
                  <a:lnTo>
                    <a:pt x="524" y="413"/>
                  </a:lnTo>
                  <a:cubicBezTo>
                    <a:pt x="551" y="413"/>
                    <a:pt x="573" y="398"/>
                    <a:pt x="585" y="37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F8BBA684-8AA9-DD4A-9DEB-E346F80A4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0939" y="2637482"/>
              <a:ext cx="505365" cy="692534"/>
            </a:xfrm>
            <a:custGeom>
              <a:avLst/>
              <a:gdLst>
                <a:gd name="T0" fmla="*/ 107157 w 596"/>
                <a:gd name="T1" fmla="*/ 259855 h 816"/>
                <a:gd name="T2" fmla="*/ 32003 w 596"/>
                <a:gd name="T3" fmla="*/ 171677 h 816"/>
                <a:gd name="T4" fmla="*/ 52859 w 596"/>
                <a:gd name="T5" fmla="*/ 171677 h 816"/>
                <a:gd name="T6" fmla="*/ 52859 w 596"/>
                <a:gd name="T7" fmla="*/ 171677 h 816"/>
                <a:gd name="T8" fmla="*/ 67602 w 596"/>
                <a:gd name="T9" fmla="*/ 158361 h 816"/>
                <a:gd name="T10" fmla="*/ 81626 w 596"/>
                <a:gd name="T11" fmla="*/ 48948 h 816"/>
                <a:gd name="T12" fmla="*/ 81626 w 596"/>
                <a:gd name="T13" fmla="*/ 48948 h 816"/>
                <a:gd name="T14" fmla="*/ 107157 w 596"/>
                <a:gd name="T15" fmla="*/ 26633 h 816"/>
                <a:gd name="T16" fmla="*/ 107157 w 596"/>
                <a:gd name="T17" fmla="*/ 26633 h 816"/>
                <a:gd name="T18" fmla="*/ 132687 w 596"/>
                <a:gd name="T19" fmla="*/ 48948 h 816"/>
                <a:gd name="T20" fmla="*/ 145992 w 596"/>
                <a:gd name="T21" fmla="*/ 158361 h 816"/>
                <a:gd name="T22" fmla="*/ 145992 w 596"/>
                <a:gd name="T23" fmla="*/ 158361 h 816"/>
                <a:gd name="T24" fmla="*/ 161094 w 596"/>
                <a:gd name="T25" fmla="*/ 171677 h 816"/>
                <a:gd name="T26" fmla="*/ 181591 w 596"/>
                <a:gd name="T27" fmla="*/ 171677 h 816"/>
                <a:gd name="T28" fmla="*/ 107157 w 596"/>
                <a:gd name="T29" fmla="*/ 259855 h 816"/>
                <a:gd name="T30" fmla="*/ 210358 w 596"/>
                <a:gd name="T31" fmla="*/ 158361 h 816"/>
                <a:gd name="T32" fmla="*/ 210358 w 596"/>
                <a:gd name="T33" fmla="*/ 158361 h 816"/>
                <a:gd name="T34" fmla="*/ 188782 w 596"/>
                <a:gd name="T35" fmla="*/ 145044 h 816"/>
                <a:gd name="T36" fmla="*/ 171522 w 596"/>
                <a:gd name="T37" fmla="*/ 145044 h 816"/>
                <a:gd name="T38" fmla="*/ 158577 w 596"/>
                <a:gd name="T39" fmla="*/ 45709 h 816"/>
                <a:gd name="T40" fmla="*/ 158577 w 596"/>
                <a:gd name="T41" fmla="*/ 45709 h 816"/>
                <a:gd name="T42" fmla="*/ 107157 w 596"/>
                <a:gd name="T43" fmla="*/ 0 h 816"/>
                <a:gd name="T44" fmla="*/ 107157 w 596"/>
                <a:gd name="T45" fmla="*/ 0 h 816"/>
                <a:gd name="T46" fmla="*/ 54657 w 596"/>
                <a:gd name="T47" fmla="*/ 45709 h 816"/>
                <a:gd name="T48" fmla="*/ 42791 w 596"/>
                <a:gd name="T49" fmla="*/ 145044 h 816"/>
                <a:gd name="T50" fmla="*/ 25171 w 596"/>
                <a:gd name="T51" fmla="*/ 145044 h 816"/>
                <a:gd name="T52" fmla="*/ 25171 w 596"/>
                <a:gd name="T53" fmla="*/ 145044 h 816"/>
                <a:gd name="T54" fmla="*/ 3596 w 596"/>
                <a:gd name="T55" fmla="*/ 158361 h 816"/>
                <a:gd name="T56" fmla="*/ 3596 w 596"/>
                <a:gd name="T57" fmla="*/ 158361 h 816"/>
                <a:gd name="T58" fmla="*/ 6832 w 596"/>
                <a:gd name="T59" fmla="*/ 183194 h 816"/>
                <a:gd name="T60" fmla="*/ 95290 w 596"/>
                <a:gd name="T61" fmla="*/ 287569 h 816"/>
                <a:gd name="T62" fmla="*/ 95290 w 596"/>
                <a:gd name="T63" fmla="*/ 287569 h 816"/>
                <a:gd name="T64" fmla="*/ 107157 w 596"/>
                <a:gd name="T65" fmla="*/ 293327 h 816"/>
                <a:gd name="T66" fmla="*/ 107157 w 596"/>
                <a:gd name="T67" fmla="*/ 293327 h 816"/>
                <a:gd name="T68" fmla="*/ 118304 w 596"/>
                <a:gd name="T69" fmla="*/ 287569 h 816"/>
                <a:gd name="T70" fmla="*/ 206762 w 596"/>
                <a:gd name="T71" fmla="*/ 183194 h 816"/>
                <a:gd name="T72" fmla="*/ 206762 w 596"/>
                <a:gd name="T73" fmla="*/ 183194 h 816"/>
                <a:gd name="T74" fmla="*/ 210358 w 596"/>
                <a:gd name="T75" fmla="*/ 158361 h 81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" h="816">
                  <a:moveTo>
                    <a:pt x="298" y="722"/>
                  </a:moveTo>
                  <a:lnTo>
                    <a:pt x="89" y="477"/>
                  </a:lnTo>
                  <a:lnTo>
                    <a:pt x="147" y="477"/>
                  </a:lnTo>
                  <a:cubicBezTo>
                    <a:pt x="167" y="477"/>
                    <a:pt x="185" y="460"/>
                    <a:pt x="188" y="440"/>
                  </a:cubicBezTo>
                  <a:lnTo>
                    <a:pt x="227" y="136"/>
                  </a:lnTo>
                  <a:cubicBezTo>
                    <a:pt x="231" y="100"/>
                    <a:pt x="261" y="74"/>
                    <a:pt x="298" y="74"/>
                  </a:cubicBezTo>
                  <a:cubicBezTo>
                    <a:pt x="334" y="74"/>
                    <a:pt x="364" y="100"/>
                    <a:pt x="369" y="136"/>
                  </a:cubicBezTo>
                  <a:lnTo>
                    <a:pt x="406" y="440"/>
                  </a:lnTo>
                  <a:cubicBezTo>
                    <a:pt x="408" y="460"/>
                    <a:pt x="427" y="477"/>
                    <a:pt x="448" y="477"/>
                  </a:cubicBezTo>
                  <a:lnTo>
                    <a:pt x="505" y="477"/>
                  </a:lnTo>
                  <a:lnTo>
                    <a:pt x="298" y="722"/>
                  </a:lnTo>
                  <a:close/>
                  <a:moveTo>
                    <a:pt x="585" y="440"/>
                  </a:moveTo>
                  <a:lnTo>
                    <a:pt x="585" y="440"/>
                  </a:lnTo>
                  <a:cubicBezTo>
                    <a:pt x="573" y="417"/>
                    <a:pt x="551" y="403"/>
                    <a:pt x="525" y="403"/>
                  </a:cubicBezTo>
                  <a:lnTo>
                    <a:pt x="477" y="403"/>
                  </a:lnTo>
                  <a:lnTo>
                    <a:pt x="441" y="127"/>
                  </a:lnTo>
                  <a:cubicBezTo>
                    <a:pt x="432" y="54"/>
                    <a:pt x="370" y="0"/>
                    <a:pt x="298" y="0"/>
                  </a:cubicBezTo>
                  <a:cubicBezTo>
                    <a:pt x="224" y="0"/>
                    <a:pt x="162" y="54"/>
                    <a:pt x="152" y="127"/>
                  </a:cubicBezTo>
                  <a:lnTo>
                    <a:pt x="119" y="403"/>
                  </a:lnTo>
                  <a:lnTo>
                    <a:pt x="70" y="403"/>
                  </a:lnTo>
                  <a:cubicBezTo>
                    <a:pt x="45" y="403"/>
                    <a:pt x="21" y="417"/>
                    <a:pt x="10" y="440"/>
                  </a:cubicBezTo>
                  <a:cubicBezTo>
                    <a:pt x="0" y="464"/>
                    <a:pt x="3" y="490"/>
                    <a:pt x="19" y="509"/>
                  </a:cubicBezTo>
                  <a:lnTo>
                    <a:pt x="265" y="799"/>
                  </a:lnTo>
                  <a:cubicBezTo>
                    <a:pt x="273" y="810"/>
                    <a:pt x="285" y="815"/>
                    <a:pt x="298" y="815"/>
                  </a:cubicBezTo>
                  <a:cubicBezTo>
                    <a:pt x="310" y="815"/>
                    <a:pt x="322" y="810"/>
                    <a:pt x="329" y="799"/>
                  </a:cubicBezTo>
                  <a:lnTo>
                    <a:pt x="575" y="509"/>
                  </a:lnTo>
                  <a:cubicBezTo>
                    <a:pt x="591" y="490"/>
                    <a:pt x="595" y="464"/>
                    <a:pt x="585" y="44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B34B176-1AB7-E64A-9655-65C13424C04E}"/>
              </a:ext>
            </a:extLst>
          </p:cNvPr>
          <p:cNvGrpSpPr/>
          <p:nvPr/>
        </p:nvGrpSpPr>
        <p:grpSpPr>
          <a:xfrm>
            <a:off x="4514499" y="2621640"/>
            <a:ext cx="542751" cy="542750"/>
            <a:chOff x="5123329" y="2255652"/>
            <a:chExt cx="1078109" cy="1078108"/>
          </a:xfrm>
          <a:solidFill>
            <a:schemeClr val="bg1"/>
          </a:solidFill>
        </p:grpSpPr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1CDBC408-1333-1D4A-BC25-65A518DD7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7988" y="2446566"/>
              <a:ext cx="688792" cy="688792"/>
            </a:xfrm>
            <a:custGeom>
              <a:avLst/>
              <a:gdLst>
                <a:gd name="T0" fmla="*/ 206484 w 812"/>
                <a:gd name="T1" fmla="*/ 78781 h 812"/>
                <a:gd name="T2" fmla="*/ 197132 w 812"/>
                <a:gd name="T3" fmla="*/ 47125 h 812"/>
                <a:gd name="T4" fmla="*/ 191736 w 812"/>
                <a:gd name="T5" fmla="*/ 35613 h 812"/>
                <a:gd name="T6" fmla="*/ 244616 w 812"/>
                <a:gd name="T7" fmla="*/ 78781 h 812"/>
                <a:gd name="T8" fmla="*/ 191736 w 812"/>
                <a:gd name="T9" fmla="*/ 255767 h 812"/>
                <a:gd name="T10" fmla="*/ 197132 w 812"/>
                <a:gd name="T11" fmla="*/ 244616 h 812"/>
                <a:gd name="T12" fmla="*/ 244975 w 812"/>
                <a:gd name="T13" fmla="*/ 212240 h 812"/>
                <a:gd name="T14" fmla="*/ 191736 w 812"/>
                <a:gd name="T15" fmla="*/ 255767 h 812"/>
                <a:gd name="T16" fmla="*/ 84896 w 812"/>
                <a:gd name="T17" fmla="*/ 212240 h 812"/>
                <a:gd name="T18" fmla="*/ 94968 w 812"/>
                <a:gd name="T19" fmla="*/ 244616 h 812"/>
                <a:gd name="T20" fmla="*/ 100005 w 812"/>
                <a:gd name="T21" fmla="*/ 255767 h 812"/>
                <a:gd name="T22" fmla="*/ 46405 w 812"/>
                <a:gd name="T23" fmla="*/ 212240 h 812"/>
                <a:gd name="T24" fmla="*/ 100005 w 812"/>
                <a:gd name="T25" fmla="*/ 35613 h 812"/>
                <a:gd name="T26" fmla="*/ 94968 w 812"/>
                <a:gd name="T27" fmla="*/ 47125 h 812"/>
                <a:gd name="T28" fmla="*/ 47484 w 812"/>
                <a:gd name="T29" fmla="*/ 78781 h 812"/>
                <a:gd name="T30" fmla="*/ 100005 w 812"/>
                <a:gd name="T31" fmla="*/ 35613 h 812"/>
                <a:gd name="T32" fmla="*/ 26620 w 812"/>
                <a:gd name="T33" fmla="*/ 146050 h 812"/>
                <a:gd name="T34" fmla="*/ 79860 w 812"/>
                <a:gd name="T35" fmla="*/ 105401 h 812"/>
                <a:gd name="T36" fmla="*/ 77701 w 812"/>
                <a:gd name="T37" fmla="*/ 146050 h 812"/>
                <a:gd name="T38" fmla="*/ 79860 w 812"/>
                <a:gd name="T39" fmla="*/ 185260 h 812"/>
                <a:gd name="T40" fmla="*/ 33095 w 812"/>
                <a:gd name="T41" fmla="*/ 185260 h 812"/>
                <a:gd name="T42" fmla="*/ 100005 w 812"/>
                <a:gd name="T43" fmla="*/ 35613 h 812"/>
                <a:gd name="T44" fmla="*/ 146050 w 812"/>
                <a:gd name="T45" fmla="*/ 264761 h 812"/>
                <a:gd name="T46" fmla="*/ 179505 w 812"/>
                <a:gd name="T47" fmla="*/ 212240 h 812"/>
                <a:gd name="T48" fmla="*/ 146050 w 812"/>
                <a:gd name="T49" fmla="*/ 264761 h 812"/>
                <a:gd name="T50" fmla="*/ 187059 w 812"/>
                <a:gd name="T51" fmla="*/ 146050 h 812"/>
                <a:gd name="T52" fmla="*/ 107199 w 812"/>
                <a:gd name="T53" fmla="*/ 185260 h 812"/>
                <a:gd name="T54" fmla="*/ 104321 w 812"/>
                <a:gd name="T55" fmla="*/ 146050 h 812"/>
                <a:gd name="T56" fmla="*/ 107199 w 812"/>
                <a:gd name="T57" fmla="*/ 105401 h 812"/>
                <a:gd name="T58" fmla="*/ 184181 w 812"/>
                <a:gd name="T59" fmla="*/ 105401 h 812"/>
                <a:gd name="T60" fmla="*/ 265120 w 812"/>
                <a:gd name="T61" fmla="*/ 146050 h 812"/>
                <a:gd name="T62" fmla="*/ 258285 w 812"/>
                <a:gd name="T63" fmla="*/ 185260 h 812"/>
                <a:gd name="T64" fmla="*/ 211521 w 812"/>
                <a:gd name="T65" fmla="*/ 185260 h 812"/>
                <a:gd name="T66" fmla="*/ 214039 w 812"/>
                <a:gd name="T67" fmla="*/ 146050 h 812"/>
                <a:gd name="T68" fmla="*/ 257926 w 812"/>
                <a:gd name="T69" fmla="*/ 105401 h 812"/>
                <a:gd name="T70" fmla="*/ 265120 w 812"/>
                <a:gd name="T71" fmla="*/ 146050 h 812"/>
                <a:gd name="T72" fmla="*/ 112595 w 812"/>
                <a:gd name="T73" fmla="*/ 78781 h 812"/>
                <a:gd name="T74" fmla="*/ 146050 w 812"/>
                <a:gd name="T75" fmla="*/ 26620 h 812"/>
                <a:gd name="T76" fmla="*/ 179505 w 812"/>
                <a:gd name="T77" fmla="*/ 78781 h 812"/>
                <a:gd name="T78" fmla="*/ 12950 w 812"/>
                <a:gd name="T79" fmla="*/ 85616 h 812"/>
                <a:gd name="T80" fmla="*/ 12231 w 812"/>
                <a:gd name="T81" fmla="*/ 87414 h 812"/>
                <a:gd name="T82" fmla="*/ 0 w 812"/>
                <a:gd name="T83" fmla="*/ 146050 h 812"/>
                <a:gd name="T84" fmla="*/ 146050 w 812"/>
                <a:gd name="T85" fmla="*/ 291740 h 812"/>
                <a:gd name="T86" fmla="*/ 291740 w 812"/>
                <a:gd name="T87" fmla="*/ 146050 h 812"/>
                <a:gd name="T88" fmla="*/ 279509 w 812"/>
                <a:gd name="T89" fmla="*/ 87414 h 812"/>
                <a:gd name="T90" fmla="*/ 278430 w 812"/>
                <a:gd name="T91" fmla="*/ 85616 h 812"/>
                <a:gd name="T92" fmla="*/ 146050 w 812"/>
                <a:gd name="T93" fmla="*/ 0 h 81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12" h="812">
                  <a:moveTo>
                    <a:pt x="680" y="219"/>
                  </a:moveTo>
                  <a:lnTo>
                    <a:pt x="574" y="219"/>
                  </a:lnTo>
                  <a:cubicBezTo>
                    <a:pt x="567" y="187"/>
                    <a:pt x="558" y="157"/>
                    <a:pt x="548" y="131"/>
                  </a:cubicBezTo>
                  <a:cubicBezTo>
                    <a:pt x="542" y="120"/>
                    <a:pt x="537" y="110"/>
                    <a:pt x="533" y="99"/>
                  </a:cubicBezTo>
                  <a:cubicBezTo>
                    <a:pt x="592" y="124"/>
                    <a:pt x="643" y="166"/>
                    <a:pt x="680" y="219"/>
                  </a:cubicBezTo>
                  <a:close/>
                  <a:moveTo>
                    <a:pt x="533" y="711"/>
                  </a:moveTo>
                  <a:lnTo>
                    <a:pt x="533" y="711"/>
                  </a:lnTo>
                  <a:cubicBezTo>
                    <a:pt x="537" y="702"/>
                    <a:pt x="542" y="692"/>
                    <a:pt x="548" y="680"/>
                  </a:cubicBezTo>
                  <a:cubicBezTo>
                    <a:pt x="558" y="653"/>
                    <a:pt x="569" y="622"/>
                    <a:pt x="576" y="590"/>
                  </a:cubicBezTo>
                  <a:lnTo>
                    <a:pt x="681" y="590"/>
                  </a:lnTo>
                  <a:cubicBezTo>
                    <a:pt x="646" y="643"/>
                    <a:pt x="594" y="685"/>
                    <a:pt x="533" y="711"/>
                  </a:cubicBezTo>
                  <a:close/>
                  <a:moveTo>
                    <a:pt x="129" y="590"/>
                  </a:moveTo>
                  <a:lnTo>
                    <a:pt x="236" y="590"/>
                  </a:lnTo>
                  <a:cubicBezTo>
                    <a:pt x="243" y="622"/>
                    <a:pt x="252" y="653"/>
                    <a:pt x="264" y="680"/>
                  </a:cubicBezTo>
                  <a:cubicBezTo>
                    <a:pt x="268" y="692"/>
                    <a:pt x="273" y="702"/>
                    <a:pt x="278" y="711"/>
                  </a:cubicBezTo>
                  <a:cubicBezTo>
                    <a:pt x="217" y="685"/>
                    <a:pt x="166" y="643"/>
                    <a:pt x="129" y="590"/>
                  </a:cubicBezTo>
                  <a:close/>
                  <a:moveTo>
                    <a:pt x="278" y="99"/>
                  </a:moveTo>
                  <a:lnTo>
                    <a:pt x="278" y="99"/>
                  </a:lnTo>
                  <a:cubicBezTo>
                    <a:pt x="273" y="110"/>
                    <a:pt x="268" y="120"/>
                    <a:pt x="264" y="131"/>
                  </a:cubicBezTo>
                  <a:cubicBezTo>
                    <a:pt x="252" y="157"/>
                    <a:pt x="243" y="187"/>
                    <a:pt x="236" y="219"/>
                  </a:cubicBezTo>
                  <a:lnTo>
                    <a:pt x="132" y="219"/>
                  </a:lnTo>
                  <a:cubicBezTo>
                    <a:pt x="167" y="166"/>
                    <a:pt x="217" y="124"/>
                    <a:pt x="278" y="99"/>
                  </a:cubicBezTo>
                  <a:lnTo>
                    <a:pt x="74" y="406"/>
                  </a:lnTo>
                  <a:cubicBezTo>
                    <a:pt x="74" y="366"/>
                    <a:pt x="82" y="329"/>
                    <a:pt x="93" y="293"/>
                  </a:cubicBezTo>
                  <a:lnTo>
                    <a:pt x="222" y="293"/>
                  </a:lnTo>
                  <a:cubicBezTo>
                    <a:pt x="217" y="329"/>
                    <a:pt x="216" y="367"/>
                    <a:pt x="216" y="406"/>
                  </a:cubicBezTo>
                  <a:cubicBezTo>
                    <a:pt x="216" y="443"/>
                    <a:pt x="217" y="480"/>
                    <a:pt x="222" y="515"/>
                  </a:cubicBezTo>
                  <a:lnTo>
                    <a:pt x="92" y="515"/>
                  </a:lnTo>
                  <a:cubicBezTo>
                    <a:pt x="80" y="480"/>
                    <a:pt x="74" y="444"/>
                    <a:pt x="74" y="406"/>
                  </a:cubicBezTo>
                  <a:lnTo>
                    <a:pt x="278" y="99"/>
                  </a:lnTo>
                  <a:close/>
                  <a:moveTo>
                    <a:pt x="406" y="736"/>
                  </a:moveTo>
                  <a:lnTo>
                    <a:pt x="406" y="736"/>
                  </a:lnTo>
                  <a:cubicBezTo>
                    <a:pt x="375" y="736"/>
                    <a:pt x="336" y="683"/>
                    <a:pt x="311" y="590"/>
                  </a:cubicBezTo>
                  <a:lnTo>
                    <a:pt x="499" y="590"/>
                  </a:lnTo>
                  <a:cubicBezTo>
                    <a:pt x="476" y="683"/>
                    <a:pt x="435" y="736"/>
                    <a:pt x="406" y="736"/>
                  </a:cubicBezTo>
                  <a:close/>
                  <a:moveTo>
                    <a:pt x="520" y="406"/>
                  </a:moveTo>
                  <a:lnTo>
                    <a:pt x="520" y="406"/>
                  </a:lnTo>
                  <a:cubicBezTo>
                    <a:pt x="520" y="444"/>
                    <a:pt x="518" y="481"/>
                    <a:pt x="514" y="515"/>
                  </a:cubicBezTo>
                  <a:lnTo>
                    <a:pt x="298" y="515"/>
                  </a:lnTo>
                  <a:cubicBezTo>
                    <a:pt x="293" y="481"/>
                    <a:pt x="290" y="444"/>
                    <a:pt x="290" y="406"/>
                  </a:cubicBezTo>
                  <a:cubicBezTo>
                    <a:pt x="290" y="364"/>
                    <a:pt x="293" y="327"/>
                    <a:pt x="298" y="293"/>
                  </a:cubicBezTo>
                  <a:lnTo>
                    <a:pt x="512" y="293"/>
                  </a:lnTo>
                  <a:cubicBezTo>
                    <a:pt x="518" y="327"/>
                    <a:pt x="520" y="364"/>
                    <a:pt x="520" y="406"/>
                  </a:cubicBezTo>
                  <a:close/>
                  <a:moveTo>
                    <a:pt x="737" y="406"/>
                  </a:moveTo>
                  <a:lnTo>
                    <a:pt x="737" y="406"/>
                  </a:lnTo>
                  <a:cubicBezTo>
                    <a:pt x="737" y="444"/>
                    <a:pt x="730" y="480"/>
                    <a:pt x="718" y="515"/>
                  </a:cubicBezTo>
                  <a:lnTo>
                    <a:pt x="588" y="515"/>
                  </a:lnTo>
                  <a:cubicBezTo>
                    <a:pt x="592" y="480"/>
                    <a:pt x="595" y="443"/>
                    <a:pt x="595" y="406"/>
                  </a:cubicBezTo>
                  <a:cubicBezTo>
                    <a:pt x="595" y="367"/>
                    <a:pt x="592" y="329"/>
                    <a:pt x="588" y="293"/>
                  </a:cubicBezTo>
                  <a:lnTo>
                    <a:pt x="717" y="293"/>
                  </a:lnTo>
                  <a:cubicBezTo>
                    <a:pt x="730" y="329"/>
                    <a:pt x="737" y="366"/>
                    <a:pt x="737" y="406"/>
                  </a:cubicBezTo>
                  <a:close/>
                  <a:moveTo>
                    <a:pt x="499" y="219"/>
                  </a:moveTo>
                  <a:lnTo>
                    <a:pt x="313" y="219"/>
                  </a:lnTo>
                  <a:cubicBezTo>
                    <a:pt x="336" y="127"/>
                    <a:pt x="375" y="74"/>
                    <a:pt x="406" y="74"/>
                  </a:cubicBezTo>
                  <a:cubicBezTo>
                    <a:pt x="435" y="74"/>
                    <a:pt x="474" y="127"/>
                    <a:pt x="499" y="219"/>
                  </a:cubicBezTo>
                  <a:close/>
                  <a:moveTo>
                    <a:pt x="36" y="238"/>
                  </a:moveTo>
                  <a:lnTo>
                    <a:pt x="36" y="238"/>
                  </a:lnTo>
                  <a:cubicBezTo>
                    <a:pt x="34" y="240"/>
                    <a:pt x="34" y="241"/>
                    <a:pt x="34" y="243"/>
                  </a:cubicBezTo>
                  <a:cubicBezTo>
                    <a:pt x="12" y="293"/>
                    <a:pt x="0" y="348"/>
                    <a:pt x="0" y="406"/>
                  </a:cubicBezTo>
                  <a:cubicBezTo>
                    <a:pt x="0" y="629"/>
                    <a:pt x="182" y="811"/>
                    <a:pt x="406" y="811"/>
                  </a:cubicBezTo>
                  <a:cubicBezTo>
                    <a:pt x="630" y="811"/>
                    <a:pt x="811" y="629"/>
                    <a:pt x="811" y="406"/>
                  </a:cubicBezTo>
                  <a:cubicBezTo>
                    <a:pt x="811" y="348"/>
                    <a:pt x="800" y="293"/>
                    <a:pt x="777" y="243"/>
                  </a:cubicBezTo>
                  <a:cubicBezTo>
                    <a:pt x="776" y="241"/>
                    <a:pt x="776" y="240"/>
                    <a:pt x="774" y="238"/>
                  </a:cubicBezTo>
                  <a:cubicBezTo>
                    <a:pt x="711" y="98"/>
                    <a:pt x="570" y="0"/>
                    <a:pt x="406" y="0"/>
                  </a:cubicBezTo>
                  <a:cubicBezTo>
                    <a:pt x="241" y="0"/>
                    <a:pt x="99" y="98"/>
                    <a:pt x="36" y="23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B85D26DF-4BA4-2B48-BF50-C49368E99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904" y="2364210"/>
              <a:ext cx="692534" cy="969550"/>
            </a:xfrm>
            <a:custGeom>
              <a:avLst/>
              <a:gdLst>
                <a:gd name="T0" fmla="*/ 204571 w 814"/>
                <a:gd name="T1" fmla="*/ 26666 h 1141"/>
                <a:gd name="T2" fmla="*/ 239207 w 814"/>
                <a:gd name="T3" fmla="*/ 26666 h 1141"/>
                <a:gd name="T4" fmla="*/ 239207 w 814"/>
                <a:gd name="T5" fmla="*/ 61620 h 1141"/>
                <a:gd name="T6" fmla="*/ 204571 w 814"/>
                <a:gd name="T7" fmla="*/ 61620 h 1141"/>
                <a:gd name="T8" fmla="*/ 204571 w 814"/>
                <a:gd name="T9" fmla="*/ 26666 h 1141"/>
                <a:gd name="T10" fmla="*/ 265545 w 814"/>
                <a:gd name="T11" fmla="*/ 73152 h 1141"/>
                <a:gd name="T12" fmla="*/ 265545 w 814"/>
                <a:gd name="T13" fmla="*/ 73152 h 1141"/>
                <a:gd name="T14" fmla="*/ 265906 w 814"/>
                <a:gd name="T15" fmla="*/ 67386 h 1141"/>
                <a:gd name="T16" fmla="*/ 265906 w 814"/>
                <a:gd name="T17" fmla="*/ 20900 h 1141"/>
                <a:gd name="T18" fmla="*/ 265906 w 814"/>
                <a:gd name="T19" fmla="*/ 20900 h 1141"/>
                <a:gd name="T20" fmla="*/ 245340 w 814"/>
                <a:gd name="T21" fmla="*/ 0 h 1141"/>
                <a:gd name="T22" fmla="*/ 198437 w 814"/>
                <a:gd name="T23" fmla="*/ 0 h 1141"/>
                <a:gd name="T24" fmla="*/ 198437 w 814"/>
                <a:gd name="T25" fmla="*/ 0 h 1141"/>
                <a:gd name="T26" fmla="*/ 177872 w 814"/>
                <a:gd name="T27" fmla="*/ 20900 h 1141"/>
                <a:gd name="T28" fmla="*/ 177872 w 814"/>
                <a:gd name="T29" fmla="*/ 67386 h 1141"/>
                <a:gd name="T30" fmla="*/ 177872 w 814"/>
                <a:gd name="T31" fmla="*/ 67386 h 1141"/>
                <a:gd name="T32" fmla="*/ 198437 w 814"/>
                <a:gd name="T33" fmla="*/ 88287 h 1141"/>
                <a:gd name="T34" fmla="*/ 242815 w 814"/>
                <a:gd name="T35" fmla="*/ 88287 h 1141"/>
                <a:gd name="T36" fmla="*/ 242815 w 814"/>
                <a:gd name="T37" fmla="*/ 88287 h 1141"/>
                <a:gd name="T38" fmla="*/ 266267 w 814"/>
                <a:gd name="T39" fmla="*/ 182699 h 1141"/>
                <a:gd name="T40" fmla="*/ 266267 w 814"/>
                <a:gd name="T41" fmla="*/ 182699 h 1141"/>
                <a:gd name="T42" fmla="*/ 207096 w 814"/>
                <a:gd name="T43" fmla="*/ 325399 h 1141"/>
                <a:gd name="T44" fmla="*/ 207096 w 814"/>
                <a:gd name="T45" fmla="*/ 325399 h 1141"/>
                <a:gd name="T46" fmla="*/ 64582 w 814"/>
                <a:gd name="T47" fmla="*/ 383776 h 1141"/>
                <a:gd name="T48" fmla="*/ 64582 w 814"/>
                <a:gd name="T49" fmla="*/ 383776 h 1141"/>
                <a:gd name="T50" fmla="*/ 17679 w 814"/>
                <a:gd name="T51" fmla="*/ 378371 h 1141"/>
                <a:gd name="T52" fmla="*/ 17679 w 814"/>
                <a:gd name="T53" fmla="*/ 378371 h 1141"/>
                <a:gd name="T54" fmla="*/ 1443 w 814"/>
                <a:gd name="T55" fmla="*/ 388461 h 1141"/>
                <a:gd name="T56" fmla="*/ 1443 w 814"/>
                <a:gd name="T57" fmla="*/ 388461 h 1141"/>
                <a:gd name="T58" fmla="*/ 10824 w 814"/>
                <a:gd name="T59" fmla="*/ 404677 h 1141"/>
                <a:gd name="T60" fmla="*/ 10824 w 814"/>
                <a:gd name="T61" fmla="*/ 404677 h 1141"/>
                <a:gd name="T62" fmla="*/ 64582 w 814"/>
                <a:gd name="T63" fmla="*/ 410803 h 1141"/>
                <a:gd name="T64" fmla="*/ 64582 w 814"/>
                <a:gd name="T65" fmla="*/ 410803 h 1141"/>
                <a:gd name="T66" fmla="*/ 225858 w 814"/>
                <a:gd name="T67" fmla="*/ 343777 h 1141"/>
                <a:gd name="T68" fmla="*/ 225858 w 814"/>
                <a:gd name="T69" fmla="*/ 343777 h 1141"/>
                <a:gd name="T70" fmla="*/ 293326 w 814"/>
                <a:gd name="T71" fmla="*/ 182699 h 1141"/>
                <a:gd name="T72" fmla="*/ 293326 w 814"/>
                <a:gd name="T73" fmla="*/ 182699 h 1141"/>
                <a:gd name="T74" fmla="*/ 265545 w 814"/>
                <a:gd name="T75" fmla="*/ 73152 h 114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14" h="1141">
                  <a:moveTo>
                    <a:pt x="567" y="74"/>
                  </a:moveTo>
                  <a:lnTo>
                    <a:pt x="663" y="74"/>
                  </a:lnTo>
                  <a:lnTo>
                    <a:pt x="663" y="171"/>
                  </a:lnTo>
                  <a:lnTo>
                    <a:pt x="567" y="171"/>
                  </a:lnTo>
                  <a:lnTo>
                    <a:pt x="567" y="74"/>
                  </a:lnTo>
                  <a:close/>
                  <a:moveTo>
                    <a:pt x="736" y="203"/>
                  </a:moveTo>
                  <a:lnTo>
                    <a:pt x="736" y="203"/>
                  </a:lnTo>
                  <a:cubicBezTo>
                    <a:pt x="736" y="197"/>
                    <a:pt x="737" y="193"/>
                    <a:pt x="737" y="187"/>
                  </a:cubicBezTo>
                  <a:lnTo>
                    <a:pt x="737" y="58"/>
                  </a:lnTo>
                  <a:cubicBezTo>
                    <a:pt x="737" y="27"/>
                    <a:pt x="710" y="0"/>
                    <a:pt x="680" y="0"/>
                  </a:cubicBezTo>
                  <a:lnTo>
                    <a:pt x="550" y="0"/>
                  </a:lnTo>
                  <a:cubicBezTo>
                    <a:pt x="519" y="0"/>
                    <a:pt x="493" y="27"/>
                    <a:pt x="493" y="58"/>
                  </a:cubicBezTo>
                  <a:lnTo>
                    <a:pt x="493" y="187"/>
                  </a:lnTo>
                  <a:cubicBezTo>
                    <a:pt x="493" y="220"/>
                    <a:pt x="519" y="245"/>
                    <a:pt x="550" y="245"/>
                  </a:cubicBezTo>
                  <a:lnTo>
                    <a:pt x="673" y="245"/>
                  </a:lnTo>
                  <a:cubicBezTo>
                    <a:pt x="716" y="325"/>
                    <a:pt x="738" y="415"/>
                    <a:pt x="738" y="507"/>
                  </a:cubicBezTo>
                  <a:cubicBezTo>
                    <a:pt x="738" y="656"/>
                    <a:pt x="680" y="795"/>
                    <a:pt x="574" y="903"/>
                  </a:cubicBezTo>
                  <a:cubicBezTo>
                    <a:pt x="469" y="1007"/>
                    <a:pt x="328" y="1065"/>
                    <a:pt x="179" y="1065"/>
                  </a:cubicBezTo>
                  <a:cubicBezTo>
                    <a:pt x="135" y="1065"/>
                    <a:pt x="91" y="1061"/>
                    <a:pt x="49" y="1050"/>
                  </a:cubicBezTo>
                  <a:cubicBezTo>
                    <a:pt x="29" y="1046"/>
                    <a:pt x="9" y="1058"/>
                    <a:pt x="4" y="1078"/>
                  </a:cubicBezTo>
                  <a:cubicBezTo>
                    <a:pt x="0" y="1098"/>
                    <a:pt x="11" y="1119"/>
                    <a:pt x="30" y="1123"/>
                  </a:cubicBezTo>
                  <a:cubicBezTo>
                    <a:pt x="79" y="1135"/>
                    <a:pt x="128" y="1140"/>
                    <a:pt x="179" y="1140"/>
                  </a:cubicBezTo>
                  <a:cubicBezTo>
                    <a:pt x="347" y="1140"/>
                    <a:pt x="507" y="1074"/>
                    <a:pt x="626" y="954"/>
                  </a:cubicBezTo>
                  <a:cubicBezTo>
                    <a:pt x="746" y="834"/>
                    <a:pt x="813" y="676"/>
                    <a:pt x="813" y="507"/>
                  </a:cubicBezTo>
                  <a:cubicBezTo>
                    <a:pt x="813" y="400"/>
                    <a:pt x="786" y="295"/>
                    <a:pt x="736" y="20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66A4C20-30D5-8345-9BC0-2BEFFBA89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329" y="2255652"/>
              <a:ext cx="722484" cy="1006982"/>
            </a:xfrm>
            <a:custGeom>
              <a:avLst/>
              <a:gdLst>
                <a:gd name="T0" fmla="*/ 99972 w 852"/>
                <a:gd name="T1" fmla="*/ 399312 h 1186"/>
                <a:gd name="T2" fmla="*/ 66168 w 852"/>
                <a:gd name="T3" fmla="*/ 399312 h 1186"/>
                <a:gd name="T4" fmla="*/ 66168 w 852"/>
                <a:gd name="T5" fmla="*/ 365106 h 1186"/>
                <a:gd name="T6" fmla="*/ 99972 w 852"/>
                <a:gd name="T7" fmla="*/ 365106 h 1186"/>
                <a:gd name="T8" fmla="*/ 99972 w 852"/>
                <a:gd name="T9" fmla="*/ 399312 h 1186"/>
                <a:gd name="T10" fmla="*/ 106445 w 852"/>
                <a:gd name="T11" fmla="*/ 338821 h 1186"/>
                <a:gd name="T12" fmla="*/ 60055 w 852"/>
                <a:gd name="T13" fmla="*/ 338821 h 1186"/>
                <a:gd name="T14" fmla="*/ 60055 w 852"/>
                <a:gd name="T15" fmla="*/ 338821 h 1186"/>
                <a:gd name="T16" fmla="*/ 59695 w 852"/>
                <a:gd name="T17" fmla="*/ 338821 h 1186"/>
                <a:gd name="T18" fmla="*/ 59695 w 852"/>
                <a:gd name="T19" fmla="*/ 338821 h 1186"/>
                <a:gd name="T20" fmla="*/ 26611 w 852"/>
                <a:gd name="T21" fmla="*/ 228281 h 1186"/>
                <a:gd name="T22" fmla="*/ 26611 w 852"/>
                <a:gd name="T23" fmla="*/ 228281 h 1186"/>
                <a:gd name="T24" fmla="*/ 85587 w 852"/>
                <a:gd name="T25" fmla="*/ 85695 h 1186"/>
                <a:gd name="T26" fmla="*/ 85587 w 852"/>
                <a:gd name="T27" fmla="*/ 85695 h 1186"/>
                <a:gd name="T28" fmla="*/ 227993 w 852"/>
                <a:gd name="T29" fmla="*/ 26645 h 1186"/>
                <a:gd name="T30" fmla="*/ 227993 w 852"/>
                <a:gd name="T31" fmla="*/ 26645 h 1186"/>
                <a:gd name="T32" fmla="*/ 286969 w 852"/>
                <a:gd name="T33" fmla="*/ 35646 h 1186"/>
                <a:gd name="T34" fmla="*/ 286969 w 852"/>
                <a:gd name="T35" fmla="*/ 35646 h 1186"/>
                <a:gd name="T36" fmla="*/ 303511 w 852"/>
                <a:gd name="T37" fmla="*/ 26645 h 1186"/>
                <a:gd name="T38" fmla="*/ 303511 w 852"/>
                <a:gd name="T39" fmla="*/ 26645 h 1186"/>
                <a:gd name="T40" fmla="*/ 294880 w 852"/>
                <a:gd name="T41" fmla="*/ 10082 h 1186"/>
                <a:gd name="T42" fmla="*/ 294880 w 852"/>
                <a:gd name="T43" fmla="*/ 10082 h 1186"/>
                <a:gd name="T44" fmla="*/ 227993 w 852"/>
                <a:gd name="T45" fmla="*/ 0 h 1186"/>
                <a:gd name="T46" fmla="*/ 227993 w 852"/>
                <a:gd name="T47" fmla="*/ 0 h 1186"/>
                <a:gd name="T48" fmla="*/ 66528 w 852"/>
                <a:gd name="T49" fmla="*/ 66612 h 1186"/>
                <a:gd name="T50" fmla="*/ 66528 w 852"/>
                <a:gd name="T51" fmla="*/ 66612 h 1186"/>
                <a:gd name="T52" fmla="*/ 0 w 852"/>
                <a:gd name="T53" fmla="*/ 228281 h 1186"/>
                <a:gd name="T54" fmla="*/ 0 w 852"/>
                <a:gd name="T55" fmla="*/ 228281 h 1186"/>
                <a:gd name="T56" fmla="*/ 39557 w 852"/>
                <a:gd name="T57" fmla="*/ 356104 h 1186"/>
                <a:gd name="T58" fmla="*/ 39557 w 852"/>
                <a:gd name="T59" fmla="*/ 356104 h 1186"/>
                <a:gd name="T60" fmla="*/ 39557 w 852"/>
                <a:gd name="T61" fmla="*/ 359345 h 1186"/>
                <a:gd name="T62" fmla="*/ 39557 w 852"/>
                <a:gd name="T63" fmla="*/ 405793 h 1186"/>
                <a:gd name="T64" fmla="*/ 39557 w 852"/>
                <a:gd name="T65" fmla="*/ 405793 h 1186"/>
                <a:gd name="T66" fmla="*/ 60055 w 852"/>
                <a:gd name="T67" fmla="*/ 426677 h 1186"/>
                <a:gd name="T68" fmla="*/ 106445 w 852"/>
                <a:gd name="T69" fmla="*/ 426677 h 1186"/>
                <a:gd name="T70" fmla="*/ 106445 w 852"/>
                <a:gd name="T71" fmla="*/ 426677 h 1186"/>
                <a:gd name="T72" fmla="*/ 127302 w 852"/>
                <a:gd name="T73" fmla="*/ 405793 h 1186"/>
                <a:gd name="T74" fmla="*/ 127302 w 852"/>
                <a:gd name="T75" fmla="*/ 359345 h 1186"/>
                <a:gd name="T76" fmla="*/ 127302 w 852"/>
                <a:gd name="T77" fmla="*/ 359345 h 1186"/>
                <a:gd name="T78" fmla="*/ 106445 w 852"/>
                <a:gd name="T79" fmla="*/ 338821 h 118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852" h="1186">
                  <a:moveTo>
                    <a:pt x="278" y="1109"/>
                  </a:moveTo>
                  <a:lnTo>
                    <a:pt x="184" y="1109"/>
                  </a:lnTo>
                  <a:lnTo>
                    <a:pt x="184" y="1014"/>
                  </a:lnTo>
                  <a:lnTo>
                    <a:pt x="278" y="1014"/>
                  </a:lnTo>
                  <a:lnTo>
                    <a:pt x="278" y="1109"/>
                  </a:lnTo>
                  <a:close/>
                  <a:moveTo>
                    <a:pt x="296" y="941"/>
                  </a:moveTo>
                  <a:lnTo>
                    <a:pt x="167" y="941"/>
                  </a:lnTo>
                  <a:cubicBezTo>
                    <a:pt x="166" y="941"/>
                    <a:pt x="166" y="941"/>
                    <a:pt x="166" y="941"/>
                  </a:cubicBezTo>
                  <a:cubicBezTo>
                    <a:pt x="105" y="848"/>
                    <a:pt x="74" y="743"/>
                    <a:pt x="74" y="634"/>
                  </a:cubicBezTo>
                  <a:cubicBezTo>
                    <a:pt x="74" y="485"/>
                    <a:pt x="132" y="343"/>
                    <a:pt x="238" y="238"/>
                  </a:cubicBezTo>
                  <a:cubicBezTo>
                    <a:pt x="343" y="132"/>
                    <a:pt x="484" y="74"/>
                    <a:pt x="634" y="74"/>
                  </a:cubicBezTo>
                  <a:cubicBezTo>
                    <a:pt x="690" y="74"/>
                    <a:pt x="745" y="83"/>
                    <a:pt x="798" y="99"/>
                  </a:cubicBezTo>
                  <a:cubicBezTo>
                    <a:pt x="818" y="105"/>
                    <a:pt x="838" y="93"/>
                    <a:pt x="844" y="74"/>
                  </a:cubicBezTo>
                  <a:cubicBezTo>
                    <a:pt x="851" y="55"/>
                    <a:pt x="839" y="34"/>
                    <a:pt x="820" y="28"/>
                  </a:cubicBezTo>
                  <a:cubicBezTo>
                    <a:pt x="760" y="9"/>
                    <a:pt x="697" y="0"/>
                    <a:pt x="634" y="0"/>
                  </a:cubicBezTo>
                  <a:cubicBezTo>
                    <a:pt x="465" y="0"/>
                    <a:pt x="305" y="65"/>
                    <a:pt x="185" y="185"/>
                  </a:cubicBezTo>
                  <a:cubicBezTo>
                    <a:pt x="65" y="305"/>
                    <a:pt x="0" y="464"/>
                    <a:pt x="0" y="634"/>
                  </a:cubicBezTo>
                  <a:cubicBezTo>
                    <a:pt x="0" y="761"/>
                    <a:pt x="38" y="884"/>
                    <a:pt x="110" y="989"/>
                  </a:cubicBezTo>
                  <a:cubicBezTo>
                    <a:pt x="110" y="992"/>
                    <a:pt x="110" y="995"/>
                    <a:pt x="110" y="998"/>
                  </a:cubicBezTo>
                  <a:lnTo>
                    <a:pt x="110" y="1127"/>
                  </a:lnTo>
                  <a:cubicBezTo>
                    <a:pt x="110" y="1158"/>
                    <a:pt x="135" y="1185"/>
                    <a:pt x="167" y="1185"/>
                  </a:cubicBezTo>
                  <a:lnTo>
                    <a:pt x="296" y="1185"/>
                  </a:lnTo>
                  <a:cubicBezTo>
                    <a:pt x="327" y="1185"/>
                    <a:pt x="354" y="1158"/>
                    <a:pt x="354" y="1127"/>
                  </a:cubicBezTo>
                  <a:lnTo>
                    <a:pt x="354" y="998"/>
                  </a:lnTo>
                  <a:cubicBezTo>
                    <a:pt x="354" y="966"/>
                    <a:pt x="327" y="941"/>
                    <a:pt x="296" y="94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EE47746-1B4D-DB49-9A67-4BBE7E78D300}"/>
              </a:ext>
            </a:extLst>
          </p:cNvPr>
          <p:cNvGrpSpPr/>
          <p:nvPr/>
        </p:nvGrpSpPr>
        <p:grpSpPr>
          <a:xfrm>
            <a:off x="7040210" y="2722463"/>
            <a:ext cx="608710" cy="395755"/>
            <a:chOff x="15384080" y="4524172"/>
            <a:chExt cx="1209128" cy="786121"/>
          </a:xfrm>
          <a:solidFill>
            <a:schemeClr val="bg1"/>
          </a:solidFill>
        </p:grpSpPr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8728B850-E895-1447-9D42-EF8ED3709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4080" y="4524172"/>
              <a:ext cx="1209128" cy="786121"/>
            </a:xfrm>
            <a:custGeom>
              <a:avLst/>
              <a:gdLst>
                <a:gd name="T0" fmla="*/ 482155 w 1424"/>
                <a:gd name="T1" fmla="*/ 189573 h 925"/>
                <a:gd name="T2" fmla="*/ 415179 w 1424"/>
                <a:gd name="T3" fmla="*/ 212639 h 925"/>
                <a:gd name="T4" fmla="*/ 342802 w 1424"/>
                <a:gd name="T5" fmla="*/ 212639 h 925"/>
                <a:gd name="T6" fmla="*/ 244138 w 1424"/>
                <a:gd name="T7" fmla="*/ 212639 h 925"/>
                <a:gd name="T8" fmla="*/ 221453 w 1424"/>
                <a:gd name="T9" fmla="*/ 52619 h 925"/>
                <a:gd name="T10" fmla="*/ 244138 w 1424"/>
                <a:gd name="T11" fmla="*/ 29553 h 925"/>
                <a:gd name="T12" fmla="*/ 459109 w 1424"/>
                <a:gd name="T13" fmla="*/ 29553 h 925"/>
                <a:gd name="T14" fmla="*/ 482155 w 1424"/>
                <a:gd name="T15" fmla="*/ 189573 h 925"/>
                <a:gd name="T16" fmla="*/ 113067 w 1424"/>
                <a:gd name="T17" fmla="*/ 282918 h 925"/>
                <a:gd name="T18" fmla="*/ 46451 w 1424"/>
                <a:gd name="T19" fmla="*/ 244355 h 925"/>
                <a:gd name="T20" fmla="*/ 29887 w 1424"/>
                <a:gd name="T21" fmla="*/ 227776 h 925"/>
                <a:gd name="T22" fmla="*/ 29887 w 1424"/>
                <a:gd name="T23" fmla="*/ 114249 h 925"/>
                <a:gd name="T24" fmla="*/ 191566 w 1424"/>
                <a:gd name="T25" fmla="*/ 98030 h 925"/>
                <a:gd name="T26" fmla="*/ 64095 w 1424"/>
                <a:gd name="T27" fmla="*/ 125781 h 925"/>
                <a:gd name="T28" fmla="*/ 191566 w 1424"/>
                <a:gd name="T29" fmla="*/ 156056 h 925"/>
                <a:gd name="T30" fmla="*/ 64095 w 1424"/>
                <a:gd name="T31" fmla="*/ 185609 h 925"/>
                <a:gd name="T32" fmla="*/ 198407 w 1424"/>
                <a:gd name="T33" fmla="*/ 215522 h 925"/>
                <a:gd name="T34" fmla="*/ 232975 w 1424"/>
                <a:gd name="T35" fmla="*/ 241832 h 925"/>
                <a:gd name="T36" fmla="*/ 224693 w 1424"/>
                <a:gd name="T37" fmla="*/ 244355 h 925"/>
                <a:gd name="T38" fmla="*/ 459109 w 1424"/>
                <a:gd name="T39" fmla="*/ 0 h 925"/>
                <a:gd name="T40" fmla="*/ 244138 w 1424"/>
                <a:gd name="T41" fmla="*/ 0 h 925"/>
                <a:gd name="T42" fmla="*/ 191566 w 1424"/>
                <a:gd name="T43" fmla="*/ 67756 h 925"/>
                <a:gd name="T44" fmla="*/ 46451 w 1424"/>
                <a:gd name="T45" fmla="*/ 67756 h 925"/>
                <a:gd name="T46" fmla="*/ 0 w 1424"/>
                <a:gd name="T47" fmla="*/ 227776 h 925"/>
                <a:gd name="T48" fmla="*/ 46451 w 1424"/>
                <a:gd name="T49" fmla="*/ 274269 h 925"/>
                <a:gd name="T50" fmla="*/ 113067 w 1424"/>
                <a:gd name="T51" fmla="*/ 333015 h 925"/>
                <a:gd name="T52" fmla="*/ 224693 w 1424"/>
                <a:gd name="T53" fmla="*/ 274269 h 925"/>
                <a:gd name="T54" fmla="*/ 268264 w 1424"/>
                <a:gd name="T55" fmla="*/ 242553 h 925"/>
                <a:gd name="T56" fmla="*/ 379170 w 1424"/>
                <a:gd name="T57" fmla="*/ 312111 h 925"/>
                <a:gd name="T58" fmla="*/ 459109 w 1424"/>
                <a:gd name="T59" fmla="*/ 242553 h 925"/>
                <a:gd name="T60" fmla="*/ 512402 w 1424"/>
                <a:gd name="T61" fmla="*/ 189573 h 925"/>
                <a:gd name="T62" fmla="*/ 512402 w 1424"/>
                <a:gd name="T63" fmla="*/ 52619 h 9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24" h="925">
                  <a:moveTo>
                    <a:pt x="1339" y="526"/>
                  </a:moveTo>
                  <a:lnTo>
                    <a:pt x="1339" y="526"/>
                  </a:lnTo>
                  <a:cubicBezTo>
                    <a:pt x="1339" y="562"/>
                    <a:pt x="1311" y="590"/>
                    <a:pt x="1275" y="590"/>
                  </a:cubicBezTo>
                  <a:lnTo>
                    <a:pt x="1153" y="590"/>
                  </a:lnTo>
                  <a:lnTo>
                    <a:pt x="1053" y="725"/>
                  </a:lnTo>
                  <a:lnTo>
                    <a:pt x="952" y="590"/>
                  </a:lnTo>
                  <a:lnTo>
                    <a:pt x="678" y="590"/>
                  </a:lnTo>
                  <a:cubicBezTo>
                    <a:pt x="645" y="590"/>
                    <a:pt x="615" y="562"/>
                    <a:pt x="615" y="526"/>
                  </a:cubicBezTo>
                  <a:lnTo>
                    <a:pt x="615" y="146"/>
                  </a:lnTo>
                  <a:cubicBezTo>
                    <a:pt x="615" y="111"/>
                    <a:pt x="645" y="82"/>
                    <a:pt x="678" y="82"/>
                  </a:cubicBezTo>
                  <a:lnTo>
                    <a:pt x="1275" y="82"/>
                  </a:lnTo>
                  <a:cubicBezTo>
                    <a:pt x="1311" y="82"/>
                    <a:pt x="1339" y="111"/>
                    <a:pt x="1339" y="146"/>
                  </a:cubicBezTo>
                  <a:lnTo>
                    <a:pt x="1339" y="526"/>
                  </a:lnTo>
                  <a:close/>
                  <a:moveTo>
                    <a:pt x="393" y="678"/>
                  </a:moveTo>
                  <a:lnTo>
                    <a:pt x="314" y="785"/>
                  </a:lnTo>
                  <a:lnTo>
                    <a:pt x="234" y="678"/>
                  </a:lnTo>
                  <a:lnTo>
                    <a:pt x="129" y="678"/>
                  </a:lnTo>
                  <a:cubicBezTo>
                    <a:pt x="104" y="678"/>
                    <a:pt x="83" y="657"/>
                    <a:pt x="83" y="632"/>
                  </a:cubicBezTo>
                  <a:lnTo>
                    <a:pt x="83" y="317"/>
                  </a:lnTo>
                  <a:cubicBezTo>
                    <a:pt x="83" y="291"/>
                    <a:pt x="104" y="272"/>
                    <a:pt x="129" y="272"/>
                  </a:cubicBezTo>
                  <a:lnTo>
                    <a:pt x="532" y="272"/>
                  </a:lnTo>
                  <a:lnTo>
                    <a:pt x="532" y="349"/>
                  </a:lnTo>
                  <a:lnTo>
                    <a:pt x="178" y="349"/>
                  </a:lnTo>
                  <a:lnTo>
                    <a:pt x="178" y="433"/>
                  </a:lnTo>
                  <a:lnTo>
                    <a:pt x="532" y="433"/>
                  </a:lnTo>
                  <a:lnTo>
                    <a:pt x="532" y="515"/>
                  </a:lnTo>
                  <a:lnTo>
                    <a:pt x="178" y="515"/>
                  </a:lnTo>
                  <a:lnTo>
                    <a:pt x="178" y="598"/>
                  </a:lnTo>
                  <a:lnTo>
                    <a:pt x="551" y="598"/>
                  </a:lnTo>
                  <a:cubicBezTo>
                    <a:pt x="570" y="635"/>
                    <a:pt x="606" y="661"/>
                    <a:pt x="647" y="671"/>
                  </a:cubicBezTo>
                  <a:cubicBezTo>
                    <a:pt x="640" y="675"/>
                    <a:pt x="633" y="678"/>
                    <a:pt x="624" y="678"/>
                  </a:cubicBezTo>
                  <a:lnTo>
                    <a:pt x="393" y="678"/>
                  </a:lnTo>
                  <a:close/>
                  <a:moveTo>
                    <a:pt x="1275" y="0"/>
                  </a:moveTo>
                  <a:lnTo>
                    <a:pt x="678" y="0"/>
                  </a:lnTo>
                  <a:cubicBezTo>
                    <a:pt x="597" y="0"/>
                    <a:pt x="532" y="65"/>
                    <a:pt x="532" y="146"/>
                  </a:cubicBezTo>
                  <a:lnTo>
                    <a:pt x="532" y="188"/>
                  </a:lnTo>
                  <a:lnTo>
                    <a:pt x="129" y="188"/>
                  </a:lnTo>
                  <a:cubicBezTo>
                    <a:pt x="58" y="188"/>
                    <a:pt x="0" y="245"/>
                    <a:pt x="0" y="317"/>
                  </a:cubicBezTo>
                  <a:lnTo>
                    <a:pt x="0" y="632"/>
                  </a:lnTo>
                  <a:cubicBezTo>
                    <a:pt x="0" y="703"/>
                    <a:pt x="58" y="761"/>
                    <a:pt x="129" y="761"/>
                  </a:cubicBezTo>
                  <a:lnTo>
                    <a:pt x="193" y="761"/>
                  </a:lnTo>
                  <a:lnTo>
                    <a:pt x="314" y="924"/>
                  </a:lnTo>
                  <a:lnTo>
                    <a:pt x="434" y="761"/>
                  </a:lnTo>
                  <a:lnTo>
                    <a:pt x="624" y="761"/>
                  </a:lnTo>
                  <a:cubicBezTo>
                    <a:pt x="680" y="761"/>
                    <a:pt x="727" y="724"/>
                    <a:pt x="745" y="673"/>
                  </a:cubicBezTo>
                  <a:lnTo>
                    <a:pt x="911" y="673"/>
                  </a:lnTo>
                  <a:lnTo>
                    <a:pt x="1053" y="866"/>
                  </a:lnTo>
                  <a:lnTo>
                    <a:pt x="1194" y="673"/>
                  </a:lnTo>
                  <a:lnTo>
                    <a:pt x="1275" y="673"/>
                  </a:lnTo>
                  <a:cubicBezTo>
                    <a:pt x="1357" y="673"/>
                    <a:pt x="1423" y="608"/>
                    <a:pt x="1423" y="526"/>
                  </a:cubicBezTo>
                  <a:lnTo>
                    <a:pt x="1423" y="146"/>
                  </a:lnTo>
                  <a:cubicBezTo>
                    <a:pt x="1423" y="65"/>
                    <a:pt x="1357" y="0"/>
                    <a:pt x="127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3DAACCF4-5E6C-2940-A963-0700A658F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2977" y="4692626"/>
              <a:ext cx="404291" cy="71126"/>
            </a:xfrm>
            <a:custGeom>
              <a:avLst/>
              <a:gdLst>
                <a:gd name="T0" fmla="*/ 0 w 478"/>
                <a:gd name="T1" fmla="*/ 0 h 84"/>
                <a:gd name="T2" fmla="*/ 171091 w 478"/>
                <a:gd name="T3" fmla="*/ 0 h 84"/>
                <a:gd name="T4" fmla="*/ 171091 w 478"/>
                <a:gd name="T5" fmla="*/ 29804 h 84"/>
                <a:gd name="T6" fmla="*/ 0 w 478"/>
                <a:gd name="T7" fmla="*/ 29804 h 84"/>
                <a:gd name="T8" fmla="*/ 0 w 478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84">
                  <a:moveTo>
                    <a:pt x="0" y="0"/>
                  </a:moveTo>
                  <a:lnTo>
                    <a:pt x="477" y="0"/>
                  </a:lnTo>
                  <a:lnTo>
                    <a:pt x="477" y="83"/>
                  </a:lnTo>
                  <a:lnTo>
                    <a:pt x="0" y="83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350C4A49-23D3-5C49-A957-EEC1D57BA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2977" y="4834876"/>
              <a:ext cx="404291" cy="74869"/>
            </a:xfrm>
            <a:custGeom>
              <a:avLst/>
              <a:gdLst>
                <a:gd name="T0" fmla="*/ 0 w 478"/>
                <a:gd name="T1" fmla="*/ 0 h 86"/>
                <a:gd name="T2" fmla="*/ 171091 w 478"/>
                <a:gd name="T3" fmla="*/ 0 h 86"/>
                <a:gd name="T4" fmla="*/ 171091 w 478"/>
                <a:gd name="T5" fmla="*/ 31381 h 86"/>
                <a:gd name="T6" fmla="*/ 0 w 478"/>
                <a:gd name="T7" fmla="*/ 31381 h 86"/>
                <a:gd name="T8" fmla="*/ 0 w 478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86">
                  <a:moveTo>
                    <a:pt x="0" y="0"/>
                  </a:moveTo>
                  <a:lnTo>
                    <a:pt x="477" y="0"/>
                  </a:lnTo>
                  <a:lnTo>
                    <a:pt x="477" y="85"/>
                  </a:lnTo>
                  <a:lnTo>
                    <a:pt x="0" y="85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>
                <a:solidFill>
                  <a:srgbClr val="737572"/>
                </a:solidFill>
                <a:latin typeface="Calibri" panose="020F0502020204030204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61FE65F-D0E9-C946-AF86-9FB23861B75A}"/>
              </a:ext>
            </a:extLst>
          </p:cNvPr>
          <p:cNvGrpSpPr/>
          <p:nvPr/>
        </p:nvGrpSpPr>
        <p:grpSpPr>
          <a:xfrm>
            <a:off x="8355260" y="2424837"/>
            <a:ext cx="3649318" cy="1253434"/>
            <a:chOff x="3092304" y="7995773"/>
            <a:chExt cx="7298636" cy="2506865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74CDC31-85D3-EA41-9074-17CAA0C4B158}"/>
                </a:ext>
              </a:extLst>
            </p:cNvPr>
            <p:cNvSpPr txBox="1"/>
            <p:nvPr/>
          </p:nvSpPr>
          <p:spPr>
            <a:xfrm>
              <a:off x="3092304" y="7995773"/>
              <a:ext cx="5967018" cy="738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en-US" dirty="0">
                  <a:solidFill>
                    <a:srgbClr val="363E48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Control Implementation</a:t>
              </a:r>
            </a:p>
          </p:txBody>
        </p:sp>
        <p:sp>
          <p:nvSpPr>
            <p:cNvPr id="148" name="Subtitle 2">
              <a:extLst>
                <a:ext uri="{FF2B5EF4-FFF2-40B4-BE49-F238E27FC236}">
                  <a16:creationId xmlns:a16="http://schemas.microsoft.com/office/drawing/2014/main" id="{5D3AC3CE-A268-2D4D-ACC0-A4FA5E256062}"/>
                </a:ext>
              </a:extLst>
            </p:cNvPr>
            <p:cNvSpPr txBox="1">
              <a:spLocks/>
            </p:cNvSpPr>
            <p:nvPr/>
          </p:nvSpPr>
          <p:spPr>
            <a:xfrm>
              <a:off x="3147320" y="8654942"/>
              <a:ext cx="7243620" cy="1847696"/>
            </a:xfrm>
            <a:prstGeom prst="rect">
              <a:avLst/>
            </a:prstGeom>
          </p:spPr>
          <p:txBody>
            <a:bodyPr vert="horz" wrap="square" lIns="108717" tIns="54359" rIns="108717" bIns="54359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543818">
                <a:lnSpc>
                  <a:spcPts val="2150"/>
                </a:lnSpc>
              </a:pPr>
              <a:r>
                <a:rPr lang="en-US" sz="1400" dirty="0">
                  <a:solidFill>
                    <a:srgbClr val="737572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Preventive, detective, and corrective controls are implemented to reduce inherent risk to acceptable residual levels.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A25A56B-B38C-4B44-B42C-0DC2364E9FE9}"/>
              </a:ext>
            </a:extLst>
          </p:cNvPr>
          <p:cNvGrpSpPr/>
          <p:nvPr/>
        </p:nvGrpSpPr>
        <p:grpSpPr>
          <a:xfrm>
            <a:off x="8286655" y="4757111"/>
            <a:ext cx="3621810" cy="1256428"/>
            <a:chOff x="2955094" y="7995773"/>
            <a:chExt cx="7243620" cy="2512853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307C3AA-9F2C-A744-ACC9-72918C2FC904}"/>
                </a:ext>
              </a:extLst>
            </p:cNvPr>
            <p:cNvSpPr txBox="1"/>
            <p:nvPr/>
          </p:nvSpPr>
          <p:spPr>
            <a:xfrm>
              <a:off x="3092304" y="7995773"/>
              <a:ext cx="4755148" cy="738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17"/>
              <a:r>
                <a:rPr lang="en-US" dirty="0">
                  <a:solidFill>
                    <a:srgbClr val="363E48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Control Limitations</a:t>
              </a:r>
            </a:p>
          </p:txBody>
        </p:sp>
        <p:sp>
          <p:nvSpPr>
            <p:cNvPr id="151" name="Subtitle 2">
              <a:extLst>
                <a:ext uri="{FF2B5EF4-FFF2-40B4-BE49-F238E27FC236}">
                  <a16:creationId xmlns:a16="http://schemas.microsoft.com/office/drawing/2014/main" id="{90E227B7-64C6-2B48-AD07-9D3C981FD87E}"/>
                </a:ext>
              </a:extLst>
            </p:cNvPr>
            <p:cNvSpPr txBox="1">
              <a:spLocks/>
            </p:cNvSpPr>
            <p:nvPr/>
          </p:nvSpPr>
          <p:spPr>
            <a:xfrm>
              <a:off x="2955094" y="8645286"/>
              <a:ext cx="7243620" cy="1863340"/>
            </a:xfrm>
            <a:prstGeom prst="rect">
              <a:avLst/>
            </a:prstGeom>
          </p:spPr>
          <p:txBody>
            <a:bodyPr vert="horz" wrap="square" lIns="108717" tIns="54359" rIns="108717" bIns="54359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543818">
                <a:lnSpc>
                  <a:spcPts val="2150"/>
                </a:lnSpc>
              </a:pPr>
              <a:r>
                <a:rPr lang="en-US" sz="1400" dirty="0">
                  <a:solidFill>
                    <a:srgbClr val="737572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Controls reduce risk exposure but cannot fully eliminate risk, requiring ongoing review and reassessment.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246CF24-96E0-444F-BDF6-5537D5817321}"/>
              </a:ext>
            </a:extLst>
          </p:cNvPr>
          <p:cNvGrpSpPr/>
          <p:nvPr/>
        </p:nvGrpSpPr>
        <p:grpSpPr>
          <a:xfrm>
            <a:off x="404037" y="2424837"/>
            <a:ext cx="3462220" cy="1538557"/>
            <a:chOff x="2709814" y="7995773"/>
            <a:chExt cx="6924440" cy="3077110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AD61A5E-64BF-0E49-A42B-B5317F3E2B02}"/>
                </a:ext>
              </a:extLst>
            </p:cNvPr>
            <p:cNvSpPr txBox="1"/>
            <p:nvPr/>
          </p:nvSpPr>
          <p:spPr>
            <a:xfrm>
              <a:off x="3505970" y="7995773"/>
              <a:ext cx="5954196" cy="738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914217"/>
              <a:r>
                <a:rPr lang="en-US" dirty="0">
                  <a:solidFill>
                    <a:srgbClr val="363E48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Risk Treatment Strategy</a:t>
              </a:r>
            </a:p>
          </p:txBody>
        </p:sp>
        <p:sp>
          <p:nvSpPr>
            <p:cNvPr id="154" name="Subtitle 2">
              <a:extLst>
                <a:ext uri="{FF2B5EF4-FFF2-40B4-BE49-F238E27FC236}">
                  <a16:creationId xmlns:a16="http://schemas.microsoft.com/office/drawing/2014/main" id="{C44C1BA6-6B3F-3143-A04F-8C83FC7349E3}"/>
                </a:ext>
              </a:extLst>
            </p:cNvPr>
            <p:cNvSpPr txBox="1">
              <a:spLocks/>
            </p:cNvSpPr>
            <p:nvPr/>
          </p:nvSpPr>
          <p:spPr>
            <a:xfrm>
              <a:off x="2709814" y="8645286"/>
              <a:ext cx="6924440" cy="2427597"/>
            </a:xfrm>
            <a:prstGeom prst="rect">
              <a:avLst/>
            </a:prstGeom>
          </p:spPr>
          <p:txBody>
            <a:bodyPr vert="horz" wrap="square" lIns="108717" tIns="54359" rIns="108717" bIns="54359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543818">
                <a:lnSpc>
                  <a:spcPts val="2150"/>
                </a:lnSpc>
              </a:pPr>
              <a:r>
                <a:rPr lang="en-US" sz="1400" dirty="0">
                  <a:solidFill>
                    <a:srgbClr val="737572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High and critical risks are treated through mitigation actions and continuous monitoring, aligned with the organization’s risk appetite</a:t>
              </a:r>
              <a:r>
                <a:rPr lang="en-US" sz="1400" dirty="0"/>
                <a:t>.</a:t>
              </a:r>
              <a:endParaRPr lang="en-US" sz="1400" dirty="0">
                <a:solidFill>
                  <a:srgbClr val="73757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344F62D-0074-484D-B88A-CE7E5A67197B}"/>
              </a:ext>
            </a:extLst>
          </p:cNvPr>
          <p:cNvGrpSpPr/>
          <p:nvPr/>
        </p:nvGrpSpPr>
        <p:grpSpPr>
          <a:xfrm>
            <a:off x="276447" y="4757112"/>
            <a:ext cx="3589810" cy="1255082"/>
            <a:chOff x="2454634" y="7995773"/>
            <a:chExt cx="7179620" cy="2510161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E6CFA65-F1B2-6347-BE54-B69661349126}"/>
                </a:ext>
              </a:extLst>
            </p:cNvPr>
            <p:cNvSpPr txBox="1"/>
            <p:nvPr/>
          </p:nvSpPr>
          <p:spPr>
            <a:xfrm>
              <a:off x="3622502" y="7995773"/>
              <a:ext cx="5845192" cy="738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914217"/>
              <a:r>
                <a:rPr lang="en-US" dirty="0">
                  <a:solidFill>
                    <a:srgbClr val="363E48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Ownership &amp; Escalation</a:t>
              </a:r>
            </a:p>
          </p:txBody>
        </p:sp>
        <p:sp>
          <p:nvSpPr>
            <p:cNvPr id="157" name="Subtitle 2">
              <a:extLst>
                <a:ext uri="{FF2B5EF4-FFF2-40B4-BE49-F238E27FC236}">
                  <a16:creationId xmlns:a16="http://schemas.microsoft.com/office/drawing/2014/main" id="{1C5C2E65-1D64-224E-99AB-A87F54D355C6}"/>
                </a:ext>
              </a:extLst>
            </p:cNvPr>
            <p:cNvSpPr txBox="1">
              <a:spLocks/>
            </p:cNvSpPr>
            <p:nvPr/>
          </p:nvSpPr>
          <p:spPr>
            <a:xfrm>
              <a:off x="2454634" y="8645286"/>
              <a:ext cx="7179620" cy="1860648"/>
            </a:xfrm>
            <a:prstGeom prst="rect">
              <a:avLst/>
            </a:prstGeom>
          </p:spPr>
          <p:txBody>
            <a:bodyPr vert="horz" wrap="square" lIns="108717" tIns="54359" rIns="108717" bIns="54359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543818">
                <a:lnSpc>
                  <a:spcPts val="2150"/>
                </a:lnSpc>
              </a:pPr>
              <a:r>
                <a:rPr lang="en-US" sz="1400" dirty="0">
                  <a:solidFill>
                    <a:srgbClr val="737572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Each risk is assigned a clear risk owner, with escalation to senior management when residual risk exceeds appetite</a:t>
              </a:r>
              <a:r>
                <a:rPr lang="en-US" sz="1400" dirty="0"/>
                <a:t>.</a:t>
              </a:r>
              <a:endParaRPr lang="en-US" sz="1400" dirty="0">
                <a:solidFill>
                  <a:srgbClr val="73757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46D776-C4DE-D9DD-9FAE-4434AA68D779}"/>
              </a:ext>
            </a:extLst>
          </p:cNvPr>
          <p:cNvSpPr txBox="1"/>
          <p:nvPr/>
        </p:nvSpPr>
        <p:spPr>
          <a:xfrm>
            <a:off x="3183077" y="1415372"/>
            <a:ext cx="5919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+mj-lt"/>
              </a:rPr>
              <a:t>Overview of risk response, accountability, and control effectiveness</a:t>
            </a:r>
          </a:p>
        </p:txBody>
      </p:sp>
    </p:spTree>
    <p:extLst>
      <p:ext uri="{BB962C8B-B14F-4D97-AF65-F5344CB8AC3E}">
        <p14:creationId xmlns:p14="http://schemas.microsoft.com/office/powerpoint/2010/main" val="193383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357C29A7-ABFC-C044-9E1C-4D4259EE219F}"/>
              </a:ext>
            </a:extLst>
          </p:cNvPr>
          <p:cNvGrpSpPr/>
          <p:nvPr/>
        </p:nvGrpSpPr>
        <p:grpSpPr>
          <a:xfrm>
            <a:off x="106959" y="1408411"/>
            <a:ext cx="3393407" cy="1477329"/>
            <a:chOff x="4846062" y="1531690"/>
            <a:chExt cx="5495905" cy="295465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7528A2B-BB98-034B-99FC-F83F5FDFB0D4}"/>
                </a:ext>
              </a:extLst>
            </p:cNvPr>
            <p:cNvSpPr txBox="1"/>
            <p:nvPr/>
          </p:nvSpPr>
          <p:spPr>
            <a:xfrm>
              <a:off x="4846062" y="1531690"/>
              <a:ext cx="5495905" cy="2954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000" dirty="0">
                  <a:solidFill>
                    <a:schemeClr val="tx2"/>
                  </a:solidFill>
                  <a:latin typeface="Poppins Medium" pitchFamily="2" charset="77"/>
                  <a:ea typeface="Roboto Medium" panose="02000000000000000000" pitchFamily="2" charset="0"/>
                  <a:cs typeface="Poppins Medium" pitchFamily="2" charset="77"/>
                </a:rPr>
                <a:t>Conclusion &amp; Business Impact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0C3C206-DB33-0D45-89D8-47AC7E523AA3}"/>
                </a:ext>
              </a:extLst>
            </p:cNvPr>
            <p:cNvSpPr/>
            <p:nvPr/>
          </p:nvSpPr>
          <p:spPr>
            <a:xfrm>
              <a:off x="4974330" y="3604667"/>
              <a:ext cx="148095" cy="1864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900">
                <a:solidFill>
                  <a:schemeClr val="tx2"/>
                </a:solidFill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416BA77-A3AE-9B47-93B1-440D37B26F3E}"/>
              </a:ext>
            </a:extLst>
          </p:cNvPr>
          <p:cNvSpPr txBox="1"/>
          <p:nvPr/>
        </p:nvSpPr>
        <p:spPr>
          <a:xfrm>
            <a:off x="52537" y="2847514"/>
            <a:ext cx="3197251" cy="160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40"/>
              </a:lnSpc>
            </a:pP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This enterprise risk assessment framework demonstrates a structured and practical application of ISO 31000, supporting effective risk governance and informed decision-making across the organization.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74A32AD-410A-5C4A-8A47-F58C92083251}"/>
              </a:ext>
            </a:extLst>
          </p:cNvPr>
          <p:cNvGrpSpPr/>
          <p:nvPr/>
        </p:nvGrpSpPr>
        <p:grpSpPr>
          <a:xfrm>
            <a:off x="8281920" y="5111473"/>
            <a:ext cx="806002" cy="806002"/>
            <a:chOff x="18760835" y="6711236"/>
            <a:chExt cx="2519748" cy="251974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48B1707-ECC7-624F-A513-76ADF9298E7A}"/>
                </a:ext>
              </a:extLst>
            </p:cNvPr>
            <p:cNvSpPr/>
            <p:nvPr/>
          </p:nvSpPr>
          <p:spPr>
            <a:xfrm>
              <a:off x="18760835" y="6711236"/>
              <a:ext cx="2519748" cy="251974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9A52D2A-9173-CB4D-90D2-9191DE8ABCE4}"/>
                </a:ext>
              </a:extLst>
            </p:cNvPr>
            <p:cNvGrpSpPr/>
            <p:nvPr/>
          </p:nvGrpSpPr>
          <p:grpSpPr>
            <a:xfrm>
              <a:off x="19403068" y="7424351"/>
              <a:ext cx="1235280" cy="940350"/>
              <a:chOff x="17083598" y="2386671"/>
              <a:chExt cx="1081851" cy="823555"/>
            </a:xfrm>
            <a:solidFill>
              <a:schemeClr val="bg1"/>
            </a:solidFill>
          </p:grpSpPr>
          <p:sp>
            <p:nvSpPr>
              <p:cNvPr id="66" name="Freeform 16">
                <a:extLst>
                  <a:ext uri="{FF2B5EF4-FFF2-40B4-BE49-F238E27FC236}">
                    <a16:creationId xmlns:a16="http://schemas.microsoft.com/office/drawing/2014/main" id="{1203CD91-DDD6-2F4E-9842-956954E4D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5376" y="2667430"/>
                <a:ext cx="262040" cy="265783"/>
              </a:xfrm>
              <a:custGeom>
                <a:avLst/>
                <a:gdLst>
                  <a:gd name="T0" fmla="*/ 83434 w 309"/>
                  <a:gd name="T1" fmla="*/ 32306 h 314"/>
                  <a:gd name="T2" fmla="*/ 83434 w 309"/>
                  <a:gd name="T3" fmla="*/ 79329 h 314"/>
                  <a:gd name="T4" fmla="*/ 83434 w 309"/>
                  <a:gd name="T5" fmla="*/ 79329 h 314"/>
                  <a:gd name="T6" fmla="*/ 77680 w 309"/>
                  <a:gd name="T7" fmla="*/ 85790 h 314"/>
                  <a:gd name="T8" fmla="*/ 32367 w 309"/>
                  <a:gd name="T9" fmla="*/ 85790 h 314"/>
                  <a:gd name="T10" fmla="*/ 32367 w 309"/>
                  <a:gd name="T11" fmla="*/ 85790 h 314"/>
                  <a:gd name="T12" fmla="*/ 26612 w 309"/>
                  <a:gd name="T13" fmla="*/ 79329 h 314"/>
                  <a:gd name="T14" fmla="*/ 26612 w 309"/>
                  <a:gd name="T15" fmla="*/ 32306 h 314"/>
                  <a:gd name="T16" fmla="*/ 26612 w 309"/>
                  <a:gd name="T17" fmla="*/ 32306 h 314"/>
                  <a:gd name="T18" fmla="*/ 32367 w 309"/>
                  <a:gd name="T19" fmla="*/ 26204 h 314"/>
                  <a:gd name="T20" fmla="*/ 77680 w 309"/>
                  <a:gd name="T21" fmla="*/ 26204 h 314"/>
                  <a:gd name="T22" fmla="*/ 77680 w 309"/>
                  <a:gd name="T23" fmla="*/ 26204 h 314"/>
                  <a:gd name="T24" fmla="*/ 83434 w 309"/>
                  <a:gd name="T25" fmla="*/ 32306 h 314"/>
                  <a:gd name="T26" fmla="*/ 32367 w 309"/>
                  <a:gd name="T27" fmla="*/ 0 h 314"/>
                  <a:gd name="T28" fmla="*/ 32367 w 309"/>
                  <a:gd name="T29" fmla="*/ 0 h 314"/>
                  <a:gd name="T30" fmla="*/ 0 w 309"/>
                  <a:gd name="T31" fmla="*/ 32306 h 314"/>
                  <a:gd name="T32" fmla="*/ 0 w 309"/>
                  <a:gd name="T33" fmla="*/ 79329 h 314"/>
                  <a:gd name="T34" fmla="*/ 0 w 309"/>
                  <a:gd name="T35" fmla="*/ 79329 h 314"/>
                  <a:gd name="T36" fmla="*/ 32367 w 309"/>
                  <a:gd name="T37" fmla="*/ 112353 h 314"/>
                  <a:gd name="T38" fmla="*/ 77680 w 309"/>
                  <a:gd name="T39" fmla="*/ 112353 h 314"/>
                  <a:gd name="T40" fmla="*/ 77680 w 309"/>
                  <a:gd name="T41" fmla="*/ 112353 h 314"/>
                  <a:gd name="T42" fmla="*/ 110765 w 309"/>
                  <a:gd name="T43" fmla="*/ 79329 h 314"/>
                  <a:gd name="T44" fmla="*/ 110765 w 309"/>
                  <a:gd name="T45" fmla="*/ 32306 h 314"/>
                  <a:gd name="T46" fmla="*/ 110765 w 309"/>
                  <a:gd name="T47" fmla="*/ 32306 h 314"/>
                  <a:gd name="T48" fmla="*/ 77680 w 309"/>
                  <a:gd name="T49" fmla="*/ 0 h 314"/>
                  <a:gd name="T50" fmla="*/ 32367 w 309"/>
                  <a:gd name="T51" fmla="*/ 0 h 31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09" h="314">
                    <a:moveTo>
                      <a:pt x="232" y="90"/>
                    </a:moveTo>
                    <a:lnTo>
                      <a:pt x="232" y="221"/>
                    </a:lnTo>
                    <a:cubicBezTo>
                      <a:pt x="232" y="232"/>
                      <a:pt x="225" y="239"/>
                      <a:pt x="216" y="239"/>
                    </a:cubicBezTo>
                    <a:lnTo>
                      <a:pt x="90" y="239"/>
                    </a:lnTo>
                    <a:cubicBezTo>
                      <a:pt x="81" y="239"/>
                      <a:pt x="74" y="232"/>
                      <a:pt x="74" y="221"/>
                    </a:cubicBezTo>
                    <a:lnTo>
                      <a:pt x="74" y="90"/>
                    </a:lnTo>
                    <a:cubicBezTo>
                      <a:pt x="74" y="81"/>
                      <a:pt x="81" y="73"/>
                      <a:pt x="90" y="73"/>
                    </a:cubicBezTo>
                    <a:lnTo>
                      <a:pt x="216" y="73"/>
                    </a:lnTo>
                    <a:cubicBezTo>
                      <a:pt x="225" y="73"/>
                      <a:pt x="232" y="81"/>
                      <a:pt x="232" y="90"/>
                    </a:cubicBezTo>
                    <a:close/>
                    <a:moveTo>
                      <a:pt x="90" y="0"/>
                    </a:moveTo>
                    <a:lnTo>
                      <a:pt x="90" y="0"/>
                    </a:lnTo>
                    <a:cubicBezTo>
                      <a:pt x="40" y="0"/>
                      <a:pt x="0" y="39"/>
                      <a:pt x="0" y="90"/>
                    </a:cubicBezTo>
                    <a:lnTo>
                      <a:pt x="0" y="221"/>
                    </a:lnTo>
                    <a:cubicBezTo>
                      <a:pt x="0" y="272"/>
                      <a:pt x="40" y="313"/>
                      <a:pt x="90" y="313"/>
                    </a:cubicBezTo>
                    <a:lnTo>
                      <a:pt x="216" y="313"/>
                    </a:lnTo>
                    <a:cubicBezTo>
                      <a:pt x="266" y="313"/>
                      <a:pt x="308" y="272"/>
                      <a:pt x="308" y="221"/>
                    </a:cubicBezTo>
                    <a:lnTo>
                      <a:pt x="308" y="90"/>
                    </a:lnTo>
                    <a:cubicBezTo>
                      <a:pt x="308" y="39"/>
                      <a:pt x="266" y="0"/>
                      <a:pt x="216" y="0"/>
                    </a:cubicBezTo>
                    <a:lnTo>
                      <a:pt x="9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67" name="Freeform 17">
                <a:extLst>
                  <a:ext uri="{FF2B5EF4-FFF2-40B4-BE49-F238E27FC236}">
                    <a16:creationId xmlns:a16="http://schemas.microsoft.com/office/drawing/2014/main" id="{863152FB-861F-4B4D-8A16-C70E9C751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13020" y="2955673"/>
                <a:ext cx="426751" cy="254553"/>
              </a:xfrm>
              <a:custGeom>
                <a:avLst/>
                <a:gdLst>
                  <a:gd name="T0" fmla="*/ 150993 w 501"/>
                  <a:gd name="T1" fmla="*/ 78970 h 298"/>
                  <a:gd name="T2" fmla="*/ 150993 w 501"/>
                  <a:gd name="T3" fmla="*/ 78970 h 298"/>
                  <a:gd name="T4" fmla="*/ 146658 w 501"/>
                  <a:gd name="T5" fmla="*/ 80781 h 298"/>
                  <a:gd name="T6" fmla="*/ 33955 w 501"/>
                  <a:gd name="T7" fmla="*/ 80781 h 298"/>
                  <a:gd name="T8" fmla="*/ 33955 w 501"/>
                  <a:gd name="T9" fmla="*/ 80781 h 298"/>
                  <a:gd name="T10" fmla="*/ 29621 w 501"/>
                  <a:gd name="T11" fmla="*/ 78970 h 298"/>
                  <a:gd name="T12" fmla="*/ 29621 w 501"/>
                  <a:gd name="T13" fmla="*/ 78970 h 298"/>
                  <a:gd name="T14" fmla="*/ 28537 w 501"/>
                  <a:gd name="T15" fmla="*/ 73899 h 298"/>
                  <a:gd name="T16" fmla="*/ 40096 w 501"/>
                  <a:gd name="T17" fmla="*/ 30791 h 298"/>
                  <a:gd name="T18" fmla="*/ 40096 w 501"/>
                  <a:gd name="T19" fmla="*/ 30791 h 298"/>
                  <a:gd name="T20" fmla="*/ 45515 w 501"/>
                  <a:gd name="T21" fmla="*/ 26806 h 298"/>
                  <a:gd name="T22" fmla="*/ 135099 w 501"/>
                  <a:gd name="T23" fmla="*/ 26806 h 298"/>
                  <a:gd name="T24" fmla="*/ 135099 w 501"/>
                  <a:gd name="T25" fmla="*/ 26806 h 298"/>
                  <a:gd name="T26" fmla="*/ 140518 w 501"/>
                  <a:gd name="T27" fmla="*/ 30791 h 298"/>
                  <a:gd name="T28" fmla="*/ 152077 w 501"/>
                  <a:gd name="T29" fmla="*/ 73899 h 298"/>
                  <a:gd name="T30" fmla="*/ 152077 w 501"/>
                  <a:gd name="T31" fmla="*/ 73899 h 298"/>
                  <a:gd name="T32" fmla="*/ 150993 w 501"/>
                  <a:gd name="T33" fmla="*/ 78970 h 298"/>
                  <a:gd name="T34" fmla="*/ 166526 w 501"/>
                  <a:gd name="T35" fmla="*/ 24271 h 298"/>
                  <a:gd name="T36" fmla="*/ 166526 w 501"/>
                  <a:gd name="T37" fmla="*/ 24271 h 298"/>
                  <a:gd name="T38" fmla="*/ 135099 w 501"/>
                  <a:gd name="T39" fmla="*/ 0 h 298"/>
                  <a:gd name="T40" fmla="*/ 45515 w 501"/>
                  <a:gd name="T41" fmla="*/ 0 h 298"/>
                  <a:gd name="T42" fmla="*/ 45515 w 501"/>
                  <a:gd name="T43" fmla="*/ 0 h 298"/>
                  <a:gd name="T44" fmla="*/ 14449 w 501"/>
                  <a:gd name="T45" fmla="*/ 24271 h 298"/>
                  <a:gd name="T46" fmla="*/ 2890 w 501"/>
                  <a:gd name="T47" fmla="*/ 67016 h 298"/>
                  <a:gd name="T48" fmla="*/ 2890 w 501"/>
                  <a:gd name="T49" fmla="*/ 67016 h 298"/>
                  <a:gd name="T50" fmla="*/ 8308 w 501"/>
                  <a:gd name="T51" fmla="*/ 95271 h 298"/>
                  <a:gd name="T52" fmla="*/ 8308 w 501"/>
                  <a:gd name="T53" fmla="*/ 95271 h 298"/>
                  <a:gd name="T54" fmla="*/ 33955 w 501"/>
                  <a:gd name="T55" fmla="*/ 107588 h 298"/>
                  <a:gd name="T56" fmla="*/ 146658 w 501"/>
                  <a:gd name="T57" fmla="*/ 107588 h 298"/>
                  <a:gd name="T58" fmla="*/ 146658 w 501"/>
                  <a:gd name="T59" fmla="*/ 107588 h 298"/>
                  <a:gd name="T60" fmla="*/ 172306 w 501"/>
                  <a:gd name="T61" fmla="*/ 95271 h 298"/>
                  <a:gd name="T62" fmla="*/ 172306 w 501"/>
                  <a:gd name="T63" fmla="*/ 95271 h 298"/>
                  <a:gd name="T64" fmla="*/ 177724 w 501"/>
                  <a:gd name="T65" fmla="*/ 67016 h 298"/>
                  <a:gd name="T66" fmla="*/ 166526 w 501"/>
                  <a:gd name="T67" fmla="*/ 24271 h 29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501" h="298">
                    <a:moveTo>
                      <a:pt x="418" y="218"/>
                    </a:moveTo>
                    <a:lnTo>
                      <a:pt x="418" y="218"/>
                    </a:lnTo>
                    <a:cubicBezTo>
                      <a:pt x="416" y="220"/>
                      <a:pt x="412" y="223"/>
                      <a:pt x="406" y="223"/>
                    </a:cubicBezTo>
                    <a:lnTo>
                      <a:pt x="94" y="223"/>
                    </a:lnTo>
                    <a:cubicBezTo>
                      <a:pt x="88" y="223"/>
                      <a:pt x="83" y="220"/>
                      <a:pt x="82" y="218"/>
                    </a:cubicBezTo>
                    <a:cubicBezTo>
                      <a:pt x="81" y="216"/>
                      <a:pt x="77" y="210"/>
                      <a:pt x="79" y="204"/>
                    </a:cubicBezTo>
                    <a:lnTo>
                      <a:pt x="111" y="85"/>
                    </a:lnTo>
                    <a:cubicBezTo>
                      <a:pt x="113" y="78"/>
                      <a:pt x="119" y="74"/>
                      <a:pt x="126" y="74"/>
                    </a:cubicBezTo>
                    <a:lnTo>
                      <a:pt x="374" y="74"/>
                    </a:lnTo>
                    <a:cubicBezTo>
                      <a:pt x="381" y="74"/>
                      <a:pt x="387" y="78"/>
                      <a:pt x="389" y="85"/>
                    </a:cubicBezTo>
                    <a:lnTo>
                      <a:pt x="421" y="204"/>
                    </a:lnTo>
                    <a:cubicBezTo>
                      <a:pt x="423" y="210"/>
                      <a:pt x="419" y="216"/>
                      <a:pt x="418" y="218"/>
                    </a:cubicBezTo>
                    <a:close/>
                    <a:moveTo>
                      <a:pt x="461" y="67"/>
                    </a:moveTo>
                    <a:lnTo>
                      <a:pt x="461" y="67"/>
                    </a:lnTo>
                    <a:cubicBezTo>
                      <a:pt x="449" y="27"/>
                      <a:pt x="414" y="0"/>
                      <a:pt x="374" y="0"/>
                    </a:cubicBezTo>
                    <a:lnTo>
                      <a:pt x="126" y="0"/>
                    </a:lnTo>
                    <a:cubicBezTo>
                      <a:pt x="86" y="0"/>
                      <a:pt x="51" y="27"/>
                      <a:pt x="40" y="67"/>
                    </a:cubicBezTo>
                    <a:lnTo>
                      <a:pt x="8" y="185"/>
                    </a:lnTo>
                    <a:cubicBezTo>
                      <a:pt x="0" y="211"/>
                      <a:pt x="6" y="240"/>
                      <a:pt x="23" y="263"/>
                    </a:cubicBezTo>
                    <a:cubicBezTo>
                      <a:pt x="40" y="285"/>
                      <a:pt x="65" y="297"/>
                      <a:pt x="94" y="297"/>
                    </a:cubicBezTo>
                    <a:lnTo>
                      <a:pt x="406" y="297"/>
                    </a:lnTo>
                    <a:cubicBezTo>
                      <a:pt x="434" y="297"/>
                      <a:pt x="459" y="285"/>
                      <a:pt x="477" y="263"/>
                    </a:cubicBezTo>
                    <a:cubicBezTo>
                      <a:pt x="495" y="240"/>
                      <a:pt x="500" y="211"/>
                      <a:pt x="492" y="185"/>
                    </a:cubicBezTo>
                    <a:lnTo>
                      <a:pt x="461" y="6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68" name="Freeform 18">
                <a:extLst>
                  <a:ext uri="{FF2B5EF4-FFF2-40B4-BE49-F238E27FC236}">
                    <a16:creationId xmlns:a16="http://schemas.microsoft.com/office/drawing/2014/main" id="{F265F051-6963-7047-9AF1-E4CD065FB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7236" y="2704864"/>
                <a:ext cx="205890" cy="209632"/>
              </a:xfrm>
              <a:custGeom>
                <a:avLst/>
                <a:gdLst>
                  <a:gd name="T0" fmla="*/ 26480 w 244"/>
                  <a:gd name="T1" fmla="*/ 29276 h 249"/>
                  <a:gd name="T2" fmla="*/ 26480 w 244"/>
                  <a:gd name="T3" fmla="*/ 29276 h 249"/>
                  <a:gd name="T4" fmla="*/ 29343 w 244"/>
                  <a:gd name="T5" fmla="*/ 26777 h 249"/>
                  <a:gd name="T6" fmla="*/ 57612 w 244"/>
                  <a:gd name="T7" fmla="*/ 26777 h 249"/>
                  <a:gd name="T8" fmla="*/ 57612 w 244"/>
                  <a:gd name="T9" fmla="*/ 26777 h 249"/>
                  <a:gd name="T10" fmla="*/ 60475 w 244"/>
                  <a:gd name="T11" fmla="*/ 29276 h 249"/>
                  <a:gd name="T12" fmla="*/ 60475 w 244"/>
                  <a:gd name="T13" fmla="*/ 58910 h 249"/>
                  <a:gd name="T14" fmla="*/ 60475 w 244"/>
                  <a:gd name="T15" fmla="*/ 58910 h 249"/>
                  <a:gd name="T16" fmla="*/ 57612 w 244"/>
                  <a:gd name="T17" fmla="*/ 62123 h 249"/>
                  <a:gd name="T18" fmla="*/ 29343 w 244"/>
                  <a:gd name="T19" fmla="*/ 62123 h 249"/>
                  <a:gd name="T20" fmla="*/ 29343 w 244"/>
                  <a:gd name="T21" fmla="*/ 62123 h 249"/>
                  <a:gd name="T22" fmla="*/ 26480 w 244"/>
                  <a:gd name="T23" fmla="*/ 58910 h 249"/>
                  <a:gd name="T24" fmla="*/ 26480 w 244"/>
                  <a:gd name="T25" fmla="*/ 29276 h 249"/>
                  <a:gd name="T26" fmla="*/ 29343 w 244"/>
                  <a:gd name="T27" fmla="*/ 88543 h 249"/>
                  <a:gd name="T28" fmla="*/ 57612 w 244"/>
                  <a:gd name="T29" fmla="*/ 88543 h 249"/>
                  <a:gd name="T30" fmla="*/ 57612 w 244"/>
                  <a:gd name="T31" fmla="*/ 88543 h 249"/>
                  <a:gd name="T32" fmla="*/ 86955 w 244"/>
                  <a:gd name="T33" fmla="*/ 58910 h 249"/>
                  <a:gd name="T34" fmla="*/ 86955 w 244"/>
                  <a:gd name="T35" fmla="*/ 29276 h 249"/>
                  <a:gd name="T36" fmla="*/ 86955 w 244"/>
                  <a:gd name="T37" fmla="*/ 29276 h 249"/>
                  <a:gd name="T38" fmla="*/ 57612 w 244"/>
                  <a:gd name="T39" fmla="*/ 0 h 249"/>
                  <a:gd name="T40" fmla="*/ 29343 w 244"/>
                  <a:gd name="T41" fmla="*/ 0 h 249"/>
                  <a:gd name="T42" fmla="*/ 29343 w 244"/>
                  <a:gd name="T43" fmla="*/ 0 h 249"/>
                  <a:gd name="T44" fmla="*/ 0 w 244"/>
                  <a:gd name="T45" fmla="*/ 29276 h 249"/>
                  <a:gd name="T46" fmla="*/ 0 w 244"/>
                  <a:gd name="T47" fmla="*/ 58910 h 249"/>
                  <a:gd name="T48" fmla="*/ 0 w 244"/>
                  <a:gd name="T49" fmla="*/ 58910 h 249"/>
                  <a:gd name="T50" fmla="*/ 29343 w 244"/>
                  <a:gd name="T51" fmla="*/ 88543 h 24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4" h="249">
                    <a:moveTo>
                      <a:pt x="74" y="82"/>
                    </a:moveTo>
                    <a:lnTo>
                      <a:pt x="74" y="82"/>
                    </a:lnTo>
                    <a:cubicBezTo>
                      <a:pt x="74" y="77"/>
                      <a:pt x="77" y="75"/>
                      <a:pt x="82" y="75"/>
                    </a:cubicBezTo>
                    <a:lnTo>
                      <a:pt x="161" y="75"/>
                    </a:lnTo>
                    <a:cubicBezTo>
                      <a:pt x="165" y="75"/>
                      <a:pt x="169" y="77"/>
                      <a:pt x="169" y="82"/>
                    </a:cubicBezTo>
                    <a:lnTo>
                      <a:pt x="169" y="165"/>
                    </a:lnTo>
                    <a:cubicBezTo>
                      <a:pt x="169" y="170"/>
                      <a:pt x="165" y="174"/>
                      <a:pt x="161" y="174"/>
                    </a:cubicBezTo>
                    <a:lnTo>
                      <a:pt x="82" y="174"/>
                    </a:lnTo>
                    <a:cubicBezTo>
                      <a:pt x="77" y="174"/>
                      <a:pt x="74" y="170"/>
                      <a:pt x="74" y="165"/>
                    </a:cubicBezTo>
                    <a:lnTo>
                      <a:pt x="74" y="82"/>
                    </a:lnTo>
                    <a:close/>
                    <a:moveTo>
                      <a:pt x="82" y="248"/>
                    </a:moveTo>
                    <a:lnTo>
                      <a:pt x="161" y="248"/>
                    </a:lnTo>
                    <a:cubicBezTo>
                      <a:pt x="206" y="248"/>
                      <a:pt x="243" y="211"/>
                      <a:pt x="243" y="165"/>
                    </a:cubicBezTo>
                    <a:lnTo>
                      <a:pt x="243" y="82"/>
                    </a:lnTo>
                    <a:cubicBezTo>
                      <a:pt x="243" y="37"/>
                      <a:pt x="206" y="0"/>
                      <a:pt x="161" y="0"/>
                    </a:cubicBezTo>
                    <a:lnTo>
                      <a:pt x="82" y="0"/>
                    </a:lnTo>
                    <a:cubicBezTo>
                      <a:pt x="37" y="0"/>
                      <a:pt x="0" y="37"/>
                      <a:pt x="0" y="82"/>
                    </a:cubicBezTo>
                    <a:lnTo>
                      <a:pt x="0" y="165"/>
                    </a:lnTo>
                    <a:cubicBezTo>
                      <a:pt x="0" y="211"/>
                      <a:pt x="37" y="248"/>
                      <a:pt x="82" y="24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69" name="Freeform 19">
                <a:extLst>
                  <a:ext uri="{FF2B5EF4-FFF2-40B4-BE49-F238E27FC236}">
                    <a16:creationId xmlns:a16="http://schemas.microsoft.com/office/drawing/2014/main" id="{400F02F2-A617-1749-8997-AE2138B59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83598" y="2936957"/>
                <a:ext cx="325677" cy="202145"/>
              </a:xfrm>
              <a:custGeom>
                <a:avLst/>
                <a:gdLst>
                  <a:gd name="T0" fmla="*/ 109698 w 384"/>
                  <a:gd name="T1" fmla="*/ 58711 h 238"/>
                  <a:gd name="T2" fmla="*/ 28054 w 384"/>
                  <a:gd name="T3" fmla="*/ 58711 h 238"/>
                  <a:gd name="T4" fmla="*/ 28054 w 384"/>
                  <a:gd name="T5" fmla="*/ 58711 h 238"/>
                  <a:gd name="T6" fmla="*/ 28054 w 384"/>
                  <a:gd name="T7" fmla="*/ 57990 h 238"/>
                  <a:gd name="T8" fmla="*/ 36686 w 384"/>
                  <a:gd name="T9" fmla="*/ 27014 h 238"/>
                  <a:gd name="T10" fmla="*/ 36686 w 384"/>
                  <a:gd name="T11" fmla="*/ 27014 h 238"/>
                  <a:gd name="T12" fmla="*/ 36686 w 384"/>
                  <a:gd name="T13" fmla="*/ 27014 h 238"/>
                  <a:gd name="T14" fmla="*/ 101786 w 384"/>
                  <a:gd name="T15" fmla="*/ 27014 h 238"/>
                  <a:gd name="T16" fmla="*/ 101786 w 384"/>
                  <a:gd name="T17" fmla="*/ 27014 h 238"/>
                  <a:gd name="T18" fmla="*/ 101786 w 384"/>
                  <a:gd name="T19" fmla="*/ 27014 h 238"/>
                  <a:gd name="T20" fmla="*/ 110058 w 384"/>
                  <a:gd name="T21" fmla="*/ 57990 h 238"/>
                  <a:gd name="T22" fmla="*/ 110058 w 384"/>
                  <a:gd name="T23" fmla="*/ 57990 h 238"/>
                  <a:gd name="T24" fmla="*/ 109698 w 384"/>
                  <a:gd name="T25" fmla="*/ 58711 h 238"/>
                  <a:gd name="T26" fmla="*/ 127322 w 384"/>
                  <a:gd name="T27" fmla="*/ 20171 h 238"/>
                  <a:gd name="T28" fmla="*/ 127322 w 384"/>
                  <a:gd name="T29" fmla="*/ 20171 h 238"/>
                  <a:gd name="T30" fmla="*/ 101786 w 384"/>
                  <a:gd name="T31" fmla="*/ 0 h 238"/>
                  <a:gd name="T32" fmla="*/ 36686 w 384"/>
                  <a:gd name="T33" fmla="*/ 0 h 238"/>
                  <a:gd name="T34" fmla="*/ 36686 w 384"/>
                  <a:gd name="T35" fmla="*/ 0 h 238"/>
                  <a:gd name="T36" fmla="*/ 10430 w 384"/>
                  <a:gd name="T37" fmla="*/ 20171 h 238"/>
                  <a:gd name="T38" fmla="*/ 2518 w 384"/>
                  <a:gd name="T39" fmla="*/ 51147 h 238"/>
                  <a:gd name="T40" fmla="*/ 2518 w 384"/>
                  <a:gd name="T41" fmla="*/ 51147 h 238"/>
                  <a:gd name="T42" fmla="*/ 6834 w 384"/>
                  <a:gd name="T43" fmla="*/ 74559 h 238"/>
                  <a:gd name="T44" fmla="*/ 6834 w 384"/>
                  <a:gd name="T45" fmla="*/ 74559 h 238"/>
                  <a:gd name="T46" fmla="*/ 28773 w 384"/>
                  <a:gd name="T47" fmla="*/ 85365 h 238"/>
                  <a:gd name="T48" fmla="*/ 109698 w 384"/>
                  <a:gd name="T49" fmla="*/ 85365 h 238"/>
                  <a:gd name="T50" fmla="*/ 109698 w 384"/>
                  <a:gd name="T51" fmla="*/ 85365 h 238"/>
                  <a:gd name="T52" fmla="*/ 131638 w 384"/>
                  <a:gd name="T53" fmla="*/ 74559 h 238"/>
                  <a:gd name="T54" fmla="*/ 131638 w 384"/>
                  <a:gd name="T55" fmla="*/ 74559 h 238"/>
                  <a:gd name="T56" fmla="*/ 135954 w 384"/>
                  <a:gd name="T57" fmla="*/ 51147 h 238"/>
                  <a:gd name="T58" fmla="*/ 127322 w 384"/>
                  <a:gd name="T59" fmla="*/ 20171 h 23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384" h="238">
                    <a:moveTo>
                      <a:pt x="305" y="163"/>
                    </a:moveTo>
                    <a:lnTo>
                      <a:pt x="78" y="163"/>
                    </a:lnTo>
                    <a:cubicBezTo>
                      <a:pt x="78" y="163"/>
                      <a:pt x="78" y="163"/>
                      <a:pt x="78" y="161"/>
                    </a:cubicBezTo>
                    <a:lnTo>
                      <a:pt x="102" y="75"/>
                    </a:lnTo>
                    <a:lnTo>
                      <a:pt x="283" y="75"/>
                    </a:lnTo>
                    <a:lnTo>
                      <a:pt x="306" y="161"/>
                    </a:lnTo>
                    <a:cubicBezTo>
                      <a:pt x="306" y="163"/>
                      <a:pt x="305" y="163"/>
                      <a:pt x="305" y="163"/>
                    </a:cubicBezTo>
                    <a:close/>
                    <a:moveTo>
                      <a:pt x="354" y="56"/>
                    </a:moveTo>
                    <a:lnTo>
                      <a:pt x="354" y="56"/>
                    </a:lnTo>
                    <a:cubicBezTo>
                      <a:pt x="345" y="23"/>
                      <a:pt x="316" y="0"/>
                      <a:pt x="283" y="0"/>
                    </a:cubicBezTo>
                    <a:lnTo>
                      <a:pt x="102" y="0"/>
                    </a:lnTo>
                    <a:cubicBezTo>
                      <a:pt x="69" y="0"/>
                      <a:pt x="38" y="23"/>
                      <a:pt x="29" y="56"/>
                    </a:cubicBezTo>
                    <a:lnTo>
                      <a:pt x="7" y="142"/>
                    </a:lnTo>
                    <a:cubicBezTo>
                      <a:pt x="0" y="164"/>
                      <a:pt x="6" y="189"/>
                      <a:pt x="19" y="207"/>
                    </a:cubicBezTo>
                    <a:cubicBezTo>
                      <a:pt x="34" y="226"/>
                      <a:pt x="56" y="237"/>
                      <a:pt x="80" y="237"/>
                    </a:cubicBezTo>
                    <a:lnTo>
                      <a:pt x="305" y="237"/>
                    </a:lnTo>
                    <a:cubicBezTo>
                      <a:pt x="329" y="237"/>
                      <a:pt x="351" y="226"/>
                      <a:pt x="366" y="207"/>
                    </a:cubicBezTo>
                    <a:cubicBezTo>
                      <a:pt x="379" y="189"/>
                      <a:pt x="383" y="164"/>
                      <a:pt x="378" y="142"/>
                    </a:cubicBezTo>
                    <a:lnTo>
                      <a:pt x="354" y="5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72" name="Freeform 20">
                <a:extLst>
                  <a:ext uri="{FF2B5EF4-FFF2-40B4-BE49-F238E27FC236}">
                    <a16:creationId xmlns:a16="http://schemas.microsoft.com/office/drawing/2014/main" id="{D6EB471C-548A-9849-9EED-D6FE1782E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9667" y="2704864"/>
                <a:ext cx="209632" cy="209632"/>
              </a:xfrm>
              <a:custGeom>
                <a:avLst/>
                <a:gdLst>
                  <a:gd name="T0" fmla="*/ 61686 w 245"/>
                  <a:gd name="T1" fmla="*/ 29276 h 249"/>
                  <a:gd name="T2" fmla="*/ 61686 w 245"/>
                  <a:gd name="T3" fmla="*/ 58910 h 249"/>
                  <a:gd name="T4" fmla="*/ 61686 w 245"/>
                  <a:gd name="T5" fmla="*/ 58910 h 249"/>
                  <a:gd name="T6" fmla="*/ 58420 w 245"/>
                  <a:gd name="T7" fmla="*/ 62123 h 249"/>
                  <a:gd name="T8" fmla="*/ 30117 w 245"/>
                  <a:gd name="T9" fmla="*/ 62123 h 249"/>
                  <a:gd name="T10" fmla="*/ 30117 w 245"/>
                  <a:gd name="T11" fmla="*/ 62123 h 249"/>
                  <a:gd name="T12" fmla="*/ 27214 w 245"/>
                  <a:gd name="T13" fmla="*/ 58910 h 249"/>
                  <a:gd name="T14" fmla="*/ 27214 w 245"/>
                  <a:gd name="T15" fmla="*/ 29276 h 249"/>
                  <a:gd name="T16" fmla="*/ 27214 w 245"/>
                  <a:gd name="T17" fmla="*/ 29276 h 249"/>
                  <a:gd name="T18" fmla="*/ 30117 w 245"/>
                  <a:gd name="T19" fmla="*/ 26777 h 249"/>
                  <a:gd name="T20" fmla="*/ 58420 w 245"/>
                  <a:gd name="T21" fmla="*/ 26777 h 249"/>
                  <a:gd name="T22" fmla="*/ 58420 w 245"/>
                  <a:gd name="T23" fmla="*/ 26777 h 249"/>
                  <a:gd name="T24" fmla="*/ 61686 w 245"/>
                  <a:gd name="T25" fmla="*/ 29276 h 249"/>
                  <a:gd name="T26" fmla="*/ 0 w 245"/>
                  <a:gd name="T27" fmla="*/ 29276 h 249"/>
                  <a:gd name="T28" fmla="*/ 0 w 245"/>
                  <a:gd name="T29" fmla="*/ 58910 h 249"/>
                  <a:gd name="T30" fmla="*/ 0 w 245"/>
                  <a:gd name="T31" fmla="*/ 58910 h 249"/>
                  <a:gd name="T32" fmla="*/ 30117 w 245"/>
                  <a:gd name="T33" fmla="*/ 88543 h 249"/>
                  <a:gd name="T34" fmla="*/ 58420 w 245"/>
                  <a:gd name="T35" fmla="*/ 88543 h 249"/>
                  <a:gd name="T36" fmla="*/ 58420 w 245"/>
                  <a:gd name="T37" fmla="*/ 88543 h 249"/>
                  <a:gd name="T38" fmla="*/ 88537 w 245"/>
                  <a:gd name="T39" fmla="*/ 58910 h 249"/>
                  <a:gd name="T40" fmla="*/ 88537 w 245"/>
                  <a:gd name="T41" fmla="*/ 29276 h 249"/>
                  <a:gd name="T42" fmla="*/ 88537 w 245"/>
                  <a:gd name="T43" fmla="*/ 29276 h 249"/>
                  <a:gd name="T44" fmla="*/ 58420 w 245"/>
                  <a:gd name="T45" fmla="*/ 0 h 249"/>
                  <a:gd name="T46" fmla="*/ 30117 w 245"/>
                  <a:gd name="T47" fmla="*/ 0 h 249"/>
                  <a:gd name="T48" fmla="*/ 30117 w 245"/>
                  <a:gd name="T49" fmla="*/ 0 h 249"/>
                  <a:gd name="T50" fmla="*/ 0 w 245"/>
                  <a:gd name="T51" fmla="*/ 29276 h 24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5" h="249">
                    <a:moveTo>
                      <a:pt x="170" y="82"/>
                    </a:moveTo>
                    <a:lnTo>
                      <a:pt x="170" y="165"/>
                    </a:lnTo>
                    <a:cubicBezTo>
                      <a:pt x="170" y="170"/>
                      <a:pt x="166" y="174"/>
                      <a:pt x="161" y="174"/>
                    </a:cubicBezTo>
                    <a:lnTo>
                      <a:pt x="83" y="174"/>
                    </a:lnTo>
                    <a:cubicBezTo>
                      <a:pt x="79" y="174"/>
                      <a:pt x="75" y="170"/>
                      <a:pt x="75" y="165"/>
                    </a:cubicBezTo>
                    <a:lnTo>
                      <a:pt x="75" y="82"/>
                    </a:lnTo>
                    <a:cubicBezTo>
                      <a:pt x="75" y="77"/>
                      <a:pt x="79" y="75"/>
                      <a:pt x="83" y="75"/>
                    </a:cubicBezTo>
                    <a:lnTo>
                      <a:pt x="161" y="75"/>
                    </a:lnTo>
                    <a:cubicBezTo>
                      <a:pt x="166" y="75"/>
                      <a:pt x="170" y="77"/>
                      <a:pt x="170" y="82"/>
                    </a:cubicBezTo>
                    <a:close/>
                    <a:moveTo>
                      <a:pt x="0" y="82"/>
                    </a:moveTo>
                    <a:lnTo>
                      <a:pt x="0" y="165"/>
                    </a:lnTo>
                    <a:cubicBezTo>
                      <a:pt x="0" y="211"/>
                      <a:pt x="37" y="248"/>
                      <a:pt x="83" y="248"/>
                    </a:cubicBezTo>
                    <a:lnTo>
                      <a:pt x="161" y="248"/>
                    </a:lnTo>
                    <a:cubicBezTo>
                      <a:pt x="207" y="248"/>
                      <a:pt x="244" y="211"/>
                      <a:pt x="244" y="165"/>
                    </a:cubicBezTo>
                    <a:lnTo>
                      <a:pt x="244" y="82"/>
                    </a:lnTo>
                    <a:cubicBezTo>
                      <a:pt x="244" y="37"/>
                      <a:pt x="207" y="0"/>
                      <a:pt x="161" y="0"/>
                    </a:cubicBezTo>
                    <a:lnTo>
                      <a:pt x="83" y="0"/>
                    </a:lnTo>
                    <a:cubicBezTo>
                      <a:pt x="37" y="0"/>
                      <a:pt x="0" y="37"/>
                      <a:pt x="0" y="8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73" name="Freeform 21">
                <a:extLst>
                  <a:ext uri="{FF2B5EF4-FFF2-40B4-BE49-F238E27FC236}">
                    <a16:creationId xmlns:a16="http://schemas.microsoft.com/office/drawing/2014/main" id="{13117510-7D53-F242-A6DA-958019774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39772" y="2936957"/>
                <a:ext cx="325677" cy="202145"/>
              </a:xfrm>
              <a:custGeom>
                <a:avLst/>
                <a:gdLst>
                  <a:gd name="T0" fmla="*/ 109413 w 385"/>
                  <a:gd name="T1" fmla="*/ 58711 h 238"/>
                  <a:gd name="T2" fmla="*/ 28340 w 385"/>
                  <a:gd name="T3" fmla="*/ 58711 h 238"/>
                  <a:gd name="T4" fmla="*/ 28340 w 385"/>
                  <a:gd name="T5" fmla="*/ 58711 h 238"/>
                  <a:gd name="T6" fmla="*/ 28340 w 385"/>
                  <a:gd name="T7" fmla="*/ 57990 h 238"/>
                  <a:gd name="T8" fmla="*/ 36232 w 385"/>
                  <a:gd name="T9" fmla="*/ 27014 h 238"/>
                  <a:gd name="T10" fmla="*/ 36232 w 385"/>
                  <a:gd name="T11" fmla="*/ 27014 h 238"/>
                  <a:gd name="T12" fmla="*/ 36591 w 385"/>
                  <a:gd name="T13" fmla="*/ 27014 h 238"/>
                  <a:gd name="T14" fmla="*/ 101163 w 385"/>
                  <a:gd name="T15" fmla="*/ 27014 h 238"/>
                  <a:gd name="T16" fmla="*/ 101163 w 385"/>
                  <a:gd name="T17" fmla="*/ 27014 h 238"/>
                  <a:gd name="T18" fmla="*/ 101521 w 385"/>
                  <a:gd name="T19" fmla="*/ 27014 h 238"/>
                  <a:gd name="T20" fmla="*/ 109413 w 385"/>
                  <a:gd name="T21" fmla="*/ 57990 h 238"/>
                  <a:gd name="T22" fmla="*/ 109413 w 385"/>
                  <a:gd name="T23" fmla="*/ 57990 h 238"/>
                  <a:gd name="T24" fmla="*/ 109413 w 385"/>
                  <a:gd name="T25" fmla="*/ 58711 h 238"/>
                  <a:gd name="T26" fmla="*/ 135601 w 385"/>
                  <a:gd name="T27" fmla="*/ 51147 h 238"/>
                  <a:gd name="T28" fmla="*/ 126991 w 385"/>
                  <a:gd name="T29" fmla="*/ 20171 h 238"/>
                  <a:gd name="T30" fmla="*/ 126991 w 385"/>
                  <a:gd name="T31" fmla="*/ 20171 h 238"/>
                  <a:gd name="T32" fmla="*/ 101163 w 385"/>
                  <a:gd name="T33" fmla="*/ 0 h 238"/>
                  <a:gd name="T34" fmla="*/ 36591 w 385"/>
                  <a:gd name="T35" fmla="*/ 0 h 238"/>
                  <a:gd name="T36" fmla="*/ 36591 w 385"/>
                  <a:gd name="T37" fmla="*/ 0 h 238"/>
                  <a:gd name="T38" fmla="*/ 10762 w 385"/>
                  <a:gd name="T39" fmla="*/ 20171 h 238"/>
                  <a:gd name="T40" fmla="*/ 2511 w 385"/>
                  <a:gd name="T41" fmla="*/ 51147 h 238"/>
                  <a:gd name="T42" fmla="*/ 2511 w 385"/>
                  <a:gd name="T43" fmla="*/ 51147 h 238"/>
                  <a:gd name="T44" fmla="*/ 7175 w 385"/>
                  <a:gd name="T45" fmla="*/ 74559 h 238"/>
                  <a:gd name="T46" fmla="*/ 7175 w 385"/>
                  <a:gd name="T47" fmla="*/ 74559 h 238"/>
                  <a:gd name="T48" fmla="*/ 28340 w 385"/>
                  <a:gd name="T49" fmla="*/ 85365 h 238"/>
                  <a:gd name="T50" fmla="*/ 109413 w 385"/>
                  <a:gd name="T51" fmla="*/ 85365 h 238"/>
                  <a:gd name="T52" fmla="*/ 109413 w 385"/>
                  <a:gd name="T53" fmla="*/ 85365 h 238"/>
                  <a:gd name="T54" fmla="*/ 130937 w 385"/>
                  <a:gd name="T55" fmla="*/ 74559 h 238"/>
                  <a:gd name="T56" fmla="*/ 130937 w 385"/>
                  <a:gd name="T57" fmla="*/ 74559 h 238"/>
                  <a:gd name="T58" fmla="*/ 135601 w 385"/>
                  <a:gd name="T59" fmla="*/ 51147 h 23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385" h="238">
                    <a:moveTo>
                      <a:pt x="305" y="163"/>
                    </a:moveTo>
                    <a:lnTo>
                      <a:pt x="79" y="163"/>
                    </a:lnTo>
                    <a:cubicBezTo>
                      <a:pt x="79" y="163"/>
                      <a:pt x="77" y="163"/>
                      <a:pt x="79" y="161"/>
                    </a:cubicBezTo>
                    <a:lnTo>
                      <a:pt x="101" y="75"/>
                    </a:lnTo>
                    <a:cubicBezTo>
                      <a:pt x="102" y="75"/>
                      <a:pt x="102" y="75"/>
                      <a:pt x="102" y="75"/>
                    </a:cubicBezTo>
                    <a:lnTo>
                      <a:pt x="282" y="75"/>
                    </a:lnTo>
                    <a:lnTo>
                      <a:pt x="283" y="75"/>
                    </a:lnTo>
                    <a:lnTo>
                      <a:pt x="305" y="161"/>
                    </a:lnTo>
                    <a:cubicBezTo>
                      <a:pt x="307" y="163"/>
                      <a:pt x="305" y="163"/>
                      <a:pt x="305" y="163"/>
                    </a:cubicBezTo>
                    <a:close/>
                    <a:moveTo>
                      <a:pt x="378" y="142"/>
                    </a:moveTo>
                    <a:lnTo>
                      <a:pt x="354" y="56"/>
                    </a:lnTo>
                    <a:cubicBezTo>
                      <a:pt x="345" y="23"/>
                      <a:pt x="316" y="0"/>
                      <a:pt x="282" y="0"/>
                    </a:cubicBezTo>
                    <a:lnTo>
                      <a:pt x="102" y="0"/>
                    </a:lnTo>
                    <a:cubicBezTo>
                      <a:pt x="68" y="0"/>
                      <a:pt x="39" y="23"/>
                      <a:pt x="30" y="56"/>
                    </a:cubicBezTo>
                    <a:lnTo>
                      <a:pt x="7" y="142"/>
                    </a:lnTo>
                    <a:cubicBezTo>
                      <a:pt x="0" y="164"/>
                      <a:pt x="5" y="189"/>
                      <a:pt x="20" y="207"/>
                    </a:cubicBezTo>
                    <a:cubicBezTo>
                      <a:pt x="35" y="226"/>
                      <a:pt x="55" y="237"/>
                      <a:pt x="79" y="237"/>
                    </a:cubicBezTo>
                    <a:lnTo>
                      <a:pt x="305" y="237"/>
                    </a:lnTo>
                    <a:cubicBezTo>
                      <a:pt x="329" y="237"/>
                      <a:pt x="350" y="226"/>
                      <a:pt x="365" y="207"/>
                    </a:cubicBezTo>
                    <a:cubicBezTo>
                      <a:pt x="380" y="189"/>
                      <a:pt x="384" y="164"/>
                      <a:pt x="378" y="14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74" name="Freeform 22">
                <a:extLst>
                  <a:ext uri="{FF2B5EF4-FFF2-40B4-BE49-F238E27FC236}">
                    <a16:creationId xmlns:a16="http://schemas.microsoft.com/office/drawing/2014/main" id="{BBC945C5-DC16-B54A-9E05-610F861C7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44565" y="2386671"/>
                <a:ext cx="763660" cy="288246"/>
              </a:xfrm>
              <a:custGeom>
                <a:avLst/>
                <a:gdLst>
                  <a:gd name="T0" fmla="*/ 9366 w 899"/>
                  <a:gd name="T1" fmla="*/ 118653 h 341"/>
                  <a:gd name="T2" fmla="*/ 9366 w 899"/>
                  <a:gd name="T3" fmla="*/ 118653 h 341"/>
                  <a:gd name="T4" fmla="*/ 27018 w 899"/>
                  <a:gd name="T5" fmla="*/ 112201 h 341"/>
                  <a:gd name="T6" fmla="*/ 27018 w 899"/>
                  <a:gd name="T7" fmla="*/ 112201 h 341"/>
                  <a:gd name="T8" fmla="*/ 80692 w 899"/>
                  <a:gd name="T9" fmla="*/ 50186 h 341"/>
                  <a:gd name="T10" fmla="*/ 80692 w 899"/>
                  <a:gd name="T11" fmla="*/ 50186 h 341"/>
                  <a:gd name="T12" fmla="*/ 162105 w 899"/>
                  <a:gd name="T13" fmla="*/ 26527 h 341"/>
                  <a:gd name="T14" fmla="*/ 162105 w 899"/>
                  <a:gd name="T15" fmla="*/ 26527 h 341"/>
                  <a:gd name="T16" fmla="*/ 242797 w 899"/>
                  <a:gd name="T17" fmla="*/ 50186 h 341"/>
                  <a:gd name="T18" fmla="*/ 242797 w 899"/>
                  <a:gd name="T19" fmla="*/ 50186 h 341"/>
                  <a:gd name="T20" fmla="*/ 295752 w 899"/>
                  <a:gd name="T21" fmla="*/ 111125 h 341"/>
                  <a:gd name="T22" fmla="*/ 295752 w 899"/>
                  <a:gd name="T23" fmla="*/ 111125 h 341"/>
                  <a:gd name="T24" fmla="*/ 314124 w 899"/>
                  <a:gd name="T25" fmla="*/ 117936 h 341"/>
                  <a:gd name="T26" fmla="*/ 314124 w 899"/>
                  <a:gd name="T27" fmla="*/ 117936 h 341"/>
                  <a:gd name="T28" fmla="*/ 320608 w 899"/>
                  <a:gd name="T29" fmla="*/ 99654 h 341"/>
                  <a:gd name="T30" fmla="*/ 320608 w 899"/>
                  <a:gd name="T31" fmla="*/ 99654 h 341"/>
                  <a:gd name="T32" fmla="*/ 256847 w 899"/>
                  <a:gd name="T33" fmla="*/ 27961 h 341"/>
                  <a:gd name="T34" fmla="*/ 256847 w 899"/>
                  <a:gd name="T35" fmla="*/ 27961 h 341"/>
                  <a:gd name="T36" fmla="*/ 162105 w 899"/>
                  <a:gd name="T37" fmla="*/ 0 h 341"/>
                  <a:gd name="T38" fmla="*/ 162105 w 899"/>
                  <a:gd name="T39" fmla="*/ 0 h 341"/>
                  <a:gd name="T40" fmla="*/ 65923 w 899"/>
                  <a:gd name="T41" fmla="*/ 27961 h 341"/>
                  <a:gd name="T42" fmla="*/ 65923 w 899"/>
                  <a:gd name="T43" fmla="*/ 27961 h 341"/>
                  <a:gd name="T44" fmla="*/ 2522 w 899"/>
                  <a:gd name="T45" fmla="*/ 101088 h 341"/>
                  <a:gd name="T46" fmla="*/ 2522 w 899"/>
                  <a:gd name="T47" fmla="*/ 101088 h 341"/>
                  <a:gd name="T48" fmla="*/ 9366 w 899"/>
                  <a:gd name="T49" fmla="*/ 118653 h 34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899" h="341">
                    <a:moveTo>
                      <a:pt x="26" y="331"/>
                    </a:moveTo>
                    <a:lnTo>
                      <a:pt x="26" y="331"/>
                    </a:lnTo>
                    <a:cubicBezTo>
                      <a:pt x="45" y="340"/>
                      <a:pt x="69" y="326"/>
                      <a:pt x="75" y="313"/>
                    </a:cubicBezTo>
                    <a:cubicBezTo>
                      <a:pt x="108" y="242"/>
                      <a:pt x="159" y="183"/>
                      <a:pt x="224" y="140"/>
                    </a:cubicBezTo>
                    <a:cubicBezTo>
                      <a:pt x="292" y="97"/>
                      <a:pt x="369" y="74"/>
                      <a:pt x="450" y="74"/>
                    </a:cubicBezTo>
                    <a:cubicBezTo>
                      <a:pt x="528" y="74"/>
                      <a:pt x="606" y="97"/>
                      <a:pt x="674" y="140"/>
                    </a:cubicBezTo>
                    <a:cubicBezTo>
                      <a:pt x="737" y="182"/>
                      <a:pt x="789" y="241"/>
                      <a:pt x="821" y="310"/>
                    </a:cubicBezTo>
                    <a:cubicBezTo>
                      <a:pt x="830" y="329"/>
                      <a:pt x="853" y="337"/>
                      <a:pt x="872" y="329"/>
                    </a:cubicBezTo>
                    <a:cubicBezTo>
                      <a:pt x="890" y="319"/>
                      <a:pt x="898" y="297"/>
                      <a:pt x="890" y="278"/>
                    </a:cubicBezTo>
                    <a:cubicBezTo>
                      <a:pt x="851" y="196"/>
                      <a:pt x="789" y="127"/>
                      <a:pt x="713" y="78"/>
                    </a:cubicBezTo>
                    <a:cubicBezTo>
                      <a:pt x="635" y="26"/>
                      <a:pt x="543" y="0"/>
                      <a:pt x="450" y="0"/>
                    </a:cubicBezTo>
                    <a:cubicBezTo>
                      <a:pt x="355" y="0"/>
                      <a:pt x="263" y="28"/>
                      <a:pt x="183" y="78"/>
                    </a:cubicBezTo>
                    <a:cubicBezTo>
                      <a:pt x="106" y="128"/>
                      <a:pt x="45" y="199"/>
                      <a:pt x="7" y="282"/>
                    </a:cubicBezTo>
                    <a:cubicBezTo>
                      <a:pt x="0" y="300"/>
                      <a:pt x="7" y="322"/>
                      <a:pt x="26" y="331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AD5481B-8A29-EF46-A314-B67817C8C790}"/>
              </a:ext>
            </a:extLst>
          </p:cNvPr>
          <p:cNvGrpSpPr/>
          <p:nvPr/>
        </p:nvGrpSpPr>
        <p:grpSpPr>
          <a:xfrm>
            <a:off x="8281920" y="2319869"/>
            <a:ext cx="806002" cy="806002"/>
            <a:chOff x="8318323" y="6711236"/>
            <a:chExt cx="2519748" cy="251974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B51C645-7638-BF4E-A11C-C900E268FF82}"/>
                </a:ext>
              </a:extLst>
            </p:cNvPr>
            <p:cNvSpPr/>
            <p:nvPr/>
          </p:nvSpPr>
          <p:spPr>
            <a:xfrm>
              <a:off x="8318323" y="6711236"/>
              <a:ext cx="2519748" cy="251974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374098A-B4FA-E646-91B9-BC158380549C}"/>
                </a:ext>
              </a:extLst>
            </p:cNvPr>
            <p:cNvGrpSpPr/>
            <p:nvPr/>
          </p:nvGrpSpPr>
          <p:grpSpPr>
            <a:xfrm>
              <a:off x="8962692" y="7407364"/>
              <a:ext cx="1231008" cy="1149792"/>
              <a:chOff x="8657130" y="2323034"/>
              <a:chExt cx="1078109" cy="1006982"/>
            </a:xfrm>
            <a:solidFill>
              <a:schemeClr val="bg1"/>
            </a:solidFill>
          </p:grpSpPr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C5D4681F-5971-134F-B612-A8D6BD3FB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7130" y="2323034"/>
                <a:ext cx="1078109" cy="1006982"/>
              </a:xfrm>
              <a:custGeom>
                <a:avLst/>
                <a:gdLst>
                  <a:gd name="T0" fmla="*/ 228239 w 1268"/>
                  <a:gd name="T1" fmla="*/ 347237 h 1188"/>
                  <a:gd name="T2" fmla="*/ 228239 w 1268"/>
                  <a:gd name="T3" fmla="*/ 347237 h 1188"/>
                  <a:gd name="T4" fmla="*/ 198673 w 1268"/>
                  <a:gd name="T5" fmla="*/ 345440 h 1188"/>
                  <a:gd name="T6" fmla="*/ 198673 w 1268"/>
                  <a:gd name="T7" fmla="*/ 345440 h 1188"/>
                  <a:gd name="T8" fmla="*/ 183890 w 1268"/>
                  <a:gd name="T9" fmla="*/ 350832 h 1188"/>
                  <a:gd name="T10" fmla="*/ 183890 w 1268"/>
                  <a:gd name="T11" fmla="*/ 350832 h 1188"/>
                  <a:gd name="T12" fmla="*/ 119709 w 1268"/>
                  <a:gd name="T13" fmla="*/ 389294 h 1188"/>
                  <a:gd name="T14" fmla="*/ 119709 w 1268"/>
                  <a:gd name="T15" fmla="*/ 389294 h 1188"/>
                  <a:gd name="T16" fmla="*/ 72835 w 1268"/>
                  <a:gd name="T17" fmla="*/ 398280 h 1188"/>
                  <a:gd name="T18" fmla="*/ 72835 w 1268"/>
                  <a:gd name="T19" fmla="*/ 398280 h 1188"/>
                  <a:gd name="T20" fmla="*/ 90503 w 1268"/>
                  <a:gd name="T21" fmla="*/ 380307 h 1188"/>
                  <a:gd name="T22" fmla="*/ 90503 w 1268"/>
                  <a:gd name="T23" fmla="*/ 380307 h 1188"/>
                  <a:gd name="T24" fmla="*/ 107449 w 1268"/>
                  <a:gd name="T25" fmla="*/ 333937 h 1188"/>
                  <a:gd name="T26" fmla="*/ 107449 w 1268"/>
                  <a:gd name="T27" fmla="*/ 333937 h 1188"/>
                  <a:gd name="T28" fmla="*/ 106368 w 1268"/>
                  <a:gd name="T29" fmla="*/ 322435 h 1188"/>
                  <a:gd name="T30" fmla="*/ 106368 w 1268"/>
                  <a:gd name="T31" fmla="*/ 322435 h 1188"/>
                  <a:gd name="T32" fmla="*/ 98796 w 1268"/>
                  <a:gd name="T33" fmla="*/ 309494 h 1188"/>
                  <a:gd name="T34" fmla="*/ 98796 w 1268"/>
                  <a:gd name="T35" fmla="*/ 309494 h 1188"/>
                  <a:gd name="T36" fmla="*/ 26682 w 1268"/>
                  <a:gd name="T37" fmla="*/ 186559 h 1188"/>
                  <a:gd name="T38" fmla="*/ 26682 w 1268"/>
                  <a:gd name="T39" fmla="*/ 186559 h 1188"/>
                  <a:gd name="T40" fmla="*/ 228239 w 1268"/>
                  <a:gd name="T41" fmla="*/ 26600 h 1188"/>
                  <a:gd name="T42" fmla="*/ 228239 w 1268"/>
                  <a:gd name="T43" fmla="*/ 26600 h 1188"/>
                  <a:gd name="T44" fmla="*/ 429797 w 1268"/>
                  <a:gd name="T45" fmla="*/ 186559 h 1188"/>
                  <a:gd name="T46" fmla="*/ 429797 w 1268"/>
                  <a:gd name="T47" fmla="*/ 186559 h 1188"/>
                  <a:gd name="T48" fmla="*/ 228239 w 1268"/>
                  <a:gd name="T49" fmla="*/ 347237 h 1188"/>
                  <a:gd name="T50" fmla="*/ 388692 w 1268"/>
                  <a:gd name="T51" fmla="*/ 53559 h 1188"/>
                  <a:gd name="T52" fmla="*/ 388692 w 1268"/>
                  <a:gd name="T53" fmla="*/ 53559 h 1188"/>
                  <a:gd name="T54" fmla="*/ 228239 w 1268"/>
                  <a:gd name="T55" fmla="*/ 0 h 1188"/>
                  <a:gd name="T56" fmla="*/ 228239 w 1268"/>
                  <a:gd name="T57" fmla="*/ 0 h 1188"/>
                  <a:gd name="T58" fmla="*/ 67787 w 1268"/>
                  <a:gd name="T59" fmla="*/ 53559 h 1188"/>
                  <a:gd name="T60" fmla="*/ 67787 w 1268"/>
                  <a:gd name="T61" fmla="*/ 53559 h 1188"/>
                  <a:gd name="T62" fmla="*/ 0 w 1268"/>
                  <a:gd name="T63" fmla="*/ 186559 h 1188"/>
                  <a:gd name="T64" fmla="*/ 0 w 1268"/>
                  <a:gd name="T65" fmla="*/ 186559 h 1188"/>
                  <a:gd name="T66" fmla="*/ 80046 w 1268"/>
                  <a:gd name="T67" fmla="*/ 329264 h 1188"/>
                  <a:gd name="T68" fmla="*/ 80046 w 1268"/>
                  <a:gd name="T69" fmla="*/ 329264 h 1188"/>
                  <a:gd name="T70" fmla="*/ 80407 w 1268"/>
                  <a:gd name="T71" fmla="*/ 333937 h 1188"/>
                  <a:gd name="T72" fmla="*/ 80407 w 1268"/>
                  <a:gd name="T73" fmla="*/ 333937 h 1188"/>
                  <a:gd name="T74" fmla="*/ 38941 w 1268"/>
                  <a:gd name="T75" fmla="*/ 388934 h 1188"/>
                  <a:gd name="T76" fmla="*/ 38941 w 1268"/>
                  <a:gd name="T77" fmla="*/ 388934 h 1188"/>
                  <a:gd name="T78" fmla="*/ 28485 w 1268"/>
                  <a:gd name="T79" fmla="*/ 406548 h 1188"/>
                  <a:gd name="T80" fmla="*/ 28485 w 1268"/>
                  <a:gd name="T81" fmla="*/ 406548 h 1188"/>
                  <a:gd name="T82" fmla="*/ 34615 w 1268"/>
                  <a:gd name="T83" fmla="*/ 421286 h 1188"/>
                  <a:gd name="T84" fmla="*/ 34615 w 1268"/>
                  <a:gd name="T85" fmla="*/ 421286 h 1188"/>
                  <a:gd name="T86" fmla="*/ 48677 w 1268"/>
                  <a:gd name="T87" fmla="*/ 426678 h 1188"/>
                  <a:gd name="T88" fmla="*/ 48677 w 1268"/>
                  <a:gd name="T89" fmla="*/ 426678 h 1188"/>
                  <a:gd name="T90" fmla="*/ 49758 w 1268"/>
                  <a:gd name="T91" fmla="*/ 426678 h 1188"/>
                  <a:gd name="T92" fmla="*/ 49758 w 1268"/>
                  <a:gd name="T93" fmla="*/ 426678 h 1188"/>
                  <a:gd name="T94" fmla="*/ 199755 w 1268"/>
                  <a:gd name="T95" fmla="*/ 372399 h 1188"/>
                  <a:gd name="T96" fmla="*/ 199755 w 1268"/>
                  <a:gd name="T97" fmla="*/ 372399 h 1188"/>
                  <a:gd name="T98" fmla="*/ 228239 w 1268"/>
                  <a:gd name="T99" fmla="*/ 374197 h 1188"/>
                  <a:gd name="T100" fmla="*/ 228239 w 1268"/>
                  <a:gd name="T101" fmla="*/ 374197 h 1188"/>
                  <a:gd name="T102" fmla="*/ 388692 w 1268"/>
                  <a:gd name="T103" fmla="*/ 320278 h 1188"/>
                  <a:gd name="T104" fmla="*/ 388692 w 1268"/>
                  <a:gd name="T105" fmla="*/ 320278 h 1188"/>
                  <a:gd name="T106" fmla="*/ 456839 w 1268"/>
                  <a:gd name="T107" fmla="*/ 186559 h 1188"/>
                  <a:gd name="T108" fmla="*/ 456839 w 1268"/>
                  <a:gd name="T109" fmla="*/ 186559 h 1188"/>
                  <a:gd name="T110" fmla="*/ 388692 w 1268"/>
                  <a:gd name="T111" fmla="*/ 53559 h 118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1268" h="1188">
                    <a:moveTo>
                      <a:pt x="633" y="966"/>
                    </a:moveTo>
                    <a:lnTo>
                      <a:pt x="633" y="966"/>
                    </a:lnTo>
                    <a:cubicBezTo>
                      <a:pt x="606" y="966"/>
                      <a:pt x="577" y="965"/>
                      <a:pt x="551" y="961"/>
                    </a:cubicBezTo>
                    <a:cubicBezTo>
                      <a:pt x="535" y="959"/>
                      <a:pt x="522" y="965"/>
                      <a:pt x="510" y="976"/>
                    </a:cubicBezTo>
                    <a:cubicBezTo>
                      <a:pt x="458" y="1026"/>
                      <a:pt x="400" y="1062"/>
                      <a:pt x="332" y="1083"/>
                    </a:cubicBezTo>
                    <a:cubicBezTo>
                      <a:pt x="293" y="1095"/>
                      <a:pt x="251" y="1104"/>
                      <a:pt x="202" y="1108"/>
                    </a:cubicBezTo>
                    <a:cubicBezTo>
                      <a:pt x="221" y="1094"/>
                      <a:pt x="237" y="1076"/>
                      <a:pt x="251" y="1058"/>
                    </a:cubicBezTo>
                    <a:cubicBezTo>
                      <a:pt x="282" y="1018"/>
                      <a:pt x="298" y="974"/>
                      <a:pt x="298" y="929"/>
                    </a:cubicBezTo>
                    <a:cubicBezTo>
                      <a:pt x="298" y="917"/>
                      <a:pt x="296" y="907"/>
                      <a:pt x="295" y="897"/>
                    </a:cubicBezTo>
                    <a:cubicBezTo>
                      <a:pt x="293" y="882"/>
                      <a:pt x="286" y="870"/>
                      <a:pt x="274" y="861"/>
                    </a:cubicBezTo>
                    <a:cubicBezTo>
                      <a:pt x="146" y="777"/>
                      <a:pt x="74" y="651"/>
                      <a:pt x="74" y="519"/>
                    </a:cubicBezTo>
                    <a:cubicBezTo>
                      <a:pt x="74" y="273"/>
                      <a:pt x="324" y="74"/>
                      <a:pt x="633" y="74"/>
                    </a:cubicBezTo>
                    <a:cubicBezTo>
                      <a:pt x="942" y="74"/>
                      <a:pt x="1192" y="273"/>
                      <a:pt x="1192" y="519"/>
                    </a:cubicBezTo>
                    <a:cubicBezTo>
                      <a:pt x="1192" y="766"/>
                      <a:pt x="942" y="966"/>
                      <a:pt x="633" y="966"/>
                    </a:cubicBezTo>
                    <a:close/>
                    <a:moveTo>
                      <a:pt x="1078" y="149"/>
                    </a:moveTo>
                    <a:lnTo>
                      <a:pt x="1078" y="149"/>
                    </a:lnTo>
                    <a:cubicBezTo>
                      <a:pt x="958" y="53"/>
                      <a:pt x="801" y="0"/>
                      <a:pt x="633" y="0"/>
                    </a:cubicBezTo>
                    <a:cubicBezTo>
                      <a:pt x="465" y="0"/>
                      <a:pt x="307" y="53"/>
                      <a:pt x="188" y="149"/>
                    </a:cubicBezTo>
                    <a:cubicBezTo>
                      <a:pt x="67" y="248"/>
                      <a:pt x="0" y="380"/>
                      <a:pt x="0" y="519"/>
                    </a:cubicBezTo>
                    <a:cubicBezTo>
                      <a:pt x="0" y="673"/>
                      <a:pt x="80" y="817"/>
                      <a:pt x="222" y="916"/>
                    </a:cubicBezTo>
                    <a:cubicBezTo>
                      <a:pt x="223" y="920"/>
                      <a:pt x="223" y="925"/>
                      <a:pt x="223" y="929"/>
                    </a:cubicBezTo>
                    <a:cubicBezTo>
                      <a:pt x="223" y="974"/>
                      <a:pt x="193" y="1038"/>
                      <a:pt x="108" y="1082"/>
                    </a:cubicBezTo>
                    <a:cubicBezTo>
                      <a:pt x="91" y="1092"/>
                      <a:pt x="79" y="1110"/>
                      <a:pt x="79" y="1131"/>
                    </a:cubicBezTo>
                    <a:cubicBezTo>
                      <a:pt x="79" y="1147"/>
                      <a:pt x="85" y="1162"/>
                      <a:pt x="96" y="1172"/>
                    </a:cubicBezTo>
                    <a:cubicBezTo>
                      <a:pt x="107" y="1183"/>
                      <a:pt x="120" y="1187"/>
                      <a:pt x="135" y="1187"/>
                    </a:cubicBezTo>
                    <a:cubicBezTo>
                      <a:pt x="137" y="1187"/>
                      <a:pt x="137" y="1187"/>
                      <a:pt x="138" y="1187"/>
                    </a:cubicBezTo>
                    <a:cubicBezTo>
                      <a:pt x="268" y="1183"/>
                      <a:pt x="419" y="1160"/>
                      <a:pt x="554" y="1036"/>
                    </a:cubicBezTo>
                    <a:cubicBezTo>
                      <a:pt x="579" y="1039"/>
                      <a:pt x="606" y="1041"/>
                      <a:pt x="633" y="1041"/>
                    </a:cubicBezTo>
                    <a:cubicBezTo>
                      <a:pt x="801" y="1041"/>
                      <a:pt x="959" y="987"/>
                      <a:pt x="1078" y="891"/>
                    </a:cubicBezTo>
                    <a:cubicBezTo>
                      <a:pt x="1199" y="792"/>
                      <a:pt x="1267" y="660"/>
                      <a:pt x="1267" y="519"/>
                    </a:cubicBezTo>
                    <a:cubicBezTo>
                      <a:pt x="1267" y="380"/>
                      <a:pt x="1199" y="248"/>
                      <a:pt x="1078" y="14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C428D9AA-4210-D54A-8B32-5931E29C3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77993" y="2629995"/>
                <a:ext cx="640126" cy="325677"/>
              </a:xfrm>
              <a:custGeom>
                <a:avLst/>
                <a:gdLst>
                  <a:gd name="T0" fmla="*/ 228144 w 752"/>
                  <a:gd name="T1" fmla="*/ 111067 h 383"/>
                  <a:gd name="T2" fmla="*/ 244388 w 752"/>
                  <a:gd name="T3" fmla="*/ 95200 h 383"/>
                  <a:gd name="T4" fmla="*/ 109740 w 752"/>
                  <a:gd name="T5" fmla="*/ 111067 h 383"/>
                  <a:gd name="T6" fmla="*/ 93857 w 752"/>
                  <a:gd name="T7" fmla="*/ 95200 h 383"/>
                  <a:gd name="T8" fmla="*/ 109740 w 752"/>
                  <a:gd name="T9" fmla="*/ 111067 h 383"/>
                  <a:gd name="T10" fmla="*/ 42596 w 752"/>
                  <a:gd name="T11" fmla="*/ 27406 h 383"/>
                  <a:gd name="T12" fmla="*/ 26352 w 752"/>
                  <a:gd name="T13" fmla="*/ 42912 h 383"/>
                  <a:gd name="T14" fmla="*/ 162083 w 752"/>
                  <a:gd name="T15" fmla="*/ 27406 h 383"/>
                  <a:gd name="T16" fmla="*/ 177244 w 752"/>
                  <a:gd name="T17" fmla="*/ 42912 h 383"/>
                  <a:gd name="T18" fmla="*/ 162083 w 752"/>
                  <a:gd name="T19" fmla="*/ 27406 h 383"/>
                  <a:gd name="T20" fmla="*/ 225617 w 752"/>
                  <a:gd name="T21" fmla="*/ 68515 h 383"/>
                  <a:gd name="T22" fmla="*/ 221285 w 752"/>
                  <a:gd name="T23" fmla="*/ 68515 h 383"/>
                  <a:gd name="T24" fmla="*/ 203597 w 752"/>
                  <a:gd name="T25" fmla="*/ 50845 h 383"/>
                  <a:gd name="T26" fmla="*/ 204679 w 752"/>
                  <a:gd name="T27" fmla="*/ 24882 h 383"/>
                  <a:gd name="T28" fmla="*/ 180132 w 752"/>
                  <a:gd name="T29" fmla="*/ 0 h 383"/>
                  <a:gd name="T30" fmla="*/ 159195 w 752"/>
                  <a:gd name="T31" fmla="*/ 0 h 383"/>
                  <a:gd name="T32" fmla="*/ 135009 w 752"/>
                  <a:gd name="T33" fmla="*/ 45436 h 383"/>
                  <a:gd name="T34" fmla="*/ 135731 w 752"/>
                  <a:gd name="T35" fmla="*/ 51206 h 383"/>
                  <a:gd name="T36" fmla="*/ 118043 w 752"/>
                  <a:gd name="T37" fmla="*/ 68876 h 383"/>
                  <a:gd name="T38" fmla="*/ 91330 w 752"/>
                  <a:gd name="T39" fmla="*/ 68515 h 383"/>
                  <a:gd name="T40" fmla="*/ 86637 w 752"/>
                  <a:gd name="T41" fmla="*/ 68876 h 383"/>
                  <a:gd name="T42" fmla="*/ 68948 w 752"/>
                  <a:gd name="T43" fmla="*/ 51206 h 383"/>
                  <a:gd name="T44" fmla="*/ 69309 w 752"/>
                  <a:gd name="T45" fmla="*/ 24882 h 383"/>
                  <a:gd name="T46" fmla="*/ 44762 w 752"/>
                  <a:gd name="T47" fmla="*/ 0 h 383"/>
                  <a:gd name="T48" fmla="*/ 23825 w 752"/>
                  <a:gd name="T49" fmla="*/ 0 h 383"/>
                  <a:gd name="T50" fmla="*/ 0 w 752"/>
                  <a:gd name="T51" fmla="*/ 45436 h 383"/>
                  <a:gd name="T52" fmla="*/ 23825 w 752"/>
                  <a:gd name="T53" fmla="*/ 69597 h 383"/>
                  <a:gd name="T54" fmla="*/ 44762 w 752"/>
                  <a:gd name="T55" fmla="*/ 69597 h 383"/>
                  <a:gd name="T56" fmla="*/ 67866 w 752"/>
                  <a:gd name="T57" fmla="*/ 87988 h 383"/>
                  <a:gd name="T58" fmla="*/ 67144 w 752"/>
                  <a:gd name="T59" fmla="*/ 92315 h 383"/>
                  <a:gd name="T60" fmla="*/ 67144 w 752"/>
                  <a:gd name="T61" fmla="*/ 113230 h 383"/>
                  <a:gd name="T62" fmla="*/ 112267 w 752"/>
                  <a:gd name="T63" fmla="*/ 137751 h 383"/>
                  <a:gd name="T64" fmla="*/ 136814 w 752"/>
                  <a:gd name="T65" fmla="*/ 113230 h 383"/>
                  <a:gd name="T66" fmla="*/ 136814 w 752"/>
                  <a:gd name="T67" fmla="*/ 92315 h 383"/>
                  <a:gd name="T68" fmla="*/ 155585 w 752"/>
                  <a:gd name="T69" fmla="*/ 69597 h 383"/>
                  <a:gd name="T70" fmla="*/ 159195 w 752"/>
                  <a:gd name="T71" fmla="*/ 69597 h 383"/>
                  <a:gd name="T72" fmla="*/ 180132 w 752"/>
                  <a:gd name="T73" fmla="*/ 69597 h 383"/>
                  <a:gd name="T74" fmla="*/ 202153 w 752"/>
                  <a:gd name="T75" fmla="*/ 87267 h 383"/>
                  <a:gd name="T76" fmla="*/ 201431 w 752"/>
                  <a:gd name="T77" fmla="*/ 92315 h 383"/>
                  <a:gd name="T78" fmla="*/ 201431 w 752"/>
                  <a:gd name="T79" fmla="*/ 113230 h 383"/>
                  <a:gd name="T80" fmla="*/ 246193 w 752"/>
                  <a:gd name="T81" fmla="*/ 137751 h 383"/>
                  <a:gd name="T82" fmla="*/ 271101 w 752"/>
                  <a:gd name="T83" fmla="*/ 113230 h 383"/>
                  <a:gd name="T84" fmla="*/ 271101 w 752"/>
                  <a:gd name="T85" fmla="*/ 92315 h 38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52" h="383">
                    <a:moveTo>
                      <a:pt x="677" y="308"/>
                    </a:moveTo>
                    <a:lnTo>
                      <a:pt x="632" y="308"/>
                    </a:lnTo>
                    <a:lnTo>
                      <a:pt x="632" y="264"/>
                    </a:lnTo>
                    <a:lnTo>
                      <a:pt x="677" y="264"/>
                    </a:lnTo>
                    <a:lnTo>
                      <a:pt x="677" y="308"/>
                    </a:lnTo>
                    <a:close/>
                    <a:moveTo>
                      <a:pt x="304" y="308"/>
                    </a:moveTo>
                    <a:lnTo>
                      <a:pt x="260" y="308"/>
                    </a:lnTo>
                    <a:lnTo>
                      <a:pt x="260" y="264"/>
                    </a:lnTo>
                    <a:lnTo>
                      <a:pt x="304" y="264"/>
                    </a:lnTo>
                    <a:lnTo>
                      <a:pt x="304" y="308"/>
                    </a:lnTo>
                    <a:close/>
                    <a:moveTo>
                      <a:pt x="73" y="76"/>
                    </a:moveTo>
                    <a:lnTo>
                      <a:pt x="118" y="76"/>
                    </a:lnTo>
                    <a:lnTo>
                      <a:pt x="118" y="119"/>
                    </a:lnTo>
                    <a:lnTo>
                      <a:pt x="73" y="119"/>
                    </a:lnTo>
                    <a:lnTo>
                      <a:pt x="73" y="76"/>
                    </a:lnTo>
                    <a:close/>
                    <a:moveTo>
                      <a:pt x="449" y="76"/>
                    </a:moveTo>
                    <a:lnTo>
                      <a:pt x="491" y="76"/>
                    </a:lnTo>
                    <a:lnTo>
                      <a:pt x="491" y="119"/>
                    </a:lnTo>
                    <a:lnTo>
                      <a:pt x="449" y="119"/>
                    </a:lnTo>
                    <a:lnTo>
                      <a:pt x="449" y="76"/>
                    </a:lnTo>
                    <a:close/>
                    <a:moveTo>
                      <a:pt x="682" y="190"/>
                    </a:moveTo>
                    <a:lnTo>
                      <a:pt x="625" y="190"/>
                    </a:lnTo>
                    <a:cubicBezTo>
                      <a:pt x="622" y="190"/>
                      <a:pt x="617" y="190"/>
                      <a:pt x="613" y="190"/>
                    </a:cubicBezTo>
                    <a:lnTo>
                      <a:pt x="564" y="141"/>
                    </a:lnTo>
                    <a:cubicBezTo>
                      <a:pt x="565" y="137"/>
                      <a:pt x="567" y="132"/>
                      <a:pt x="567" y="126"/>
                    </a:cubicBezTo>
                    <a:lnTo>
                      <a:pt x="567" y="69"/>
                    </a:lnTo>
                    <a:cubicBezTo>
                      <a:pt x="567" y="32"/>
                      <a:pt x="536" y="0"/>
                      <a:pt x="499" y="0"/>
                    </a:cubicBezTo>
                    <a:lnTo>
                      <a:pt x="441" y="0"/>
                    </a:lnTo>
                    <a:cubicBezTo>
                      <a:pt x="404" y="0"/>
                      <a:pt x="374" y="32"/>
                      <a:pt x="374" y="69"/>
                    </a:cubicBezTo>
                    <a:lnTo>
                      <a:pt x="374" y="126"/>
                    </a:lnTo>
                    <a:cubicBezTo>
                      <a:pt x="374" y="132"/>
                      <a:pt x="374" y="137"/>
                      <a:pt x="376" y="142"/>
                    </a:cubicBezTo>
                    <a:lnTo>
                      <a:pt x="327" y="191"/>
                    </a:lnTo>
                    <a:cubicBezTo>
                      <a:pt x="323" y="190"/>
                      <a:pt x="317" y="190"/>
                      <a:pt x="311" y="190"/>
                    </a:cubicBezTo>
                    <a:lnTo>
                      <a:pt x="253" y="190"/>
                    </a:lnTo>
                    <a:cubicBezTo>
                      <a:pt x="248" y="190"/>
                      <a:pt x="244" y="190"/>
                      <a:pt x="240" y="191"/>
                    </a:cubicBezTo>
                    <a:lnTo>
                      <a:pt x="191" y="142"/>
                    </a:lnTo>
                    <a:cubicBezTo>
                      <a:pt x="191" y="137"/>
                      <a:pt x="192" y="132"/>
                      <a:pt x="192" y="126"/>
                    </a:cubicBezTo>
                    <a:lnTo>
                      <a:pt x="192" y="69"/>
                    </a:lnTo>
                    <a:cubicBezTo>
                      <a:pt x="192" y="32"/>
                      <a:pt x="161" y="0"/>
                      <a:pt x="124" y="0"/>
                    </a:cubicBezTo>
                    <a:lnTo>
                      <a:pt x="66" y="0"/>
                    </a:lnTo>
                    <a:cubicBezTo>
                      <a:pt x="29" y="0"/>
                      <a:pt x="0" y="32"/>
                      <a:pt x="0" y="69"/>
                    </a:cubicBezTo>
                    <a:lnTo>
                      <a:pt x="0" y="126"/>
                    </a:lnTo>
                    <a:cubicBezTo>
                      <a:pt x="0" y="163"/>
                      <a:pt x="29" y="193"/>
                      <a:pt x="66" y="193"/>
                    </a:cubicBezTo>
                    <a:lnTo>
                      <a:pt x="124" y="193"/>
                    </a:lnTo>
                    <a:cubicBezTo>
                      <a:pt x="129" y="193"/>
                      <a:pt x="132" y="193"/>
                      <a:pt x="136" y="193"/>
                    </a:cubicBezTo>
                    <a:lnTo>
                      <a:pt x="188" y="244"/>
                    </a:lnTo>
                    <a:cubicBezTo>
                      <a:pt x="186" y="248"/>
                      <a:pt x="186" y="252"/>
                      <a:pt x="186" y="256"/>
                    </a:cubicBezTo>
                    <a:lnTo>
                      <a:pt x="186" y="314"/>
                    </a:lnTo>
                    <a:cubicBezTo>
                      <a:pt x="186" y="351"/>
                      <a:pt x="216" y="382"/>
                      <a:pt x="253" y="382"/>
                    </a:cubicBezTo>
                    <a:lnTo>
                      <a:pt x="311" y="382"/>
                    </a:lnTo>
                    <a:cubicBezTo>
                      <a:pt x="348" y="382"/>
                      <a:pt x="379" y="351"/>
                      <a:pt x="379" y="314"/>
                    </a:cubicBezTo>
                    <a:lnTo>
                      <a:pt x="379" y="256"/>
                    </a:lnTo>
                    <a:cubicBezTo>
                      <a:pt x="379" y="253"/>
                      <a:pt x="377" y="249"/>
                      <a:pt x="377" y="246"/>
                    </a:cubicBezTo>
                    <a:lnTo>
                      <a:pt x="431" y="193"/>
                    </a:lnTo>
                    <a:cubicBezTo>
                      <a:pt x="434" y="193"/>
                      <a:pt x="438" y="193"/>
                      <a:pt x="441" y="193"/>
                    </a:cubicBezTo>
                    <a:lnTo>
                      <a:pt x="499" y="193"/>
                    </a:lnTo>
                    <a:cubicBezTo>
                      <a:pt x="503" y="193"/>
                      <a:pt x="506" y="193"/>
                      <a:pt x="511" y="193"/>
                    </a:cubicBezTo>
                    <a:lnTo>
                      <a:pt x="560" y="242"/>
                    </a:lnTo>
                    <a:cubicBezTo>
                      <a:pt x="558" y="246"/>
                      <a:pt x="558" y="252"/>
                      <a:pt x="558" y="256"/>
                    </a:cubicBezTo>
                    <a:lnTo>
                      <a:pt x="558" y="314"/>
                    </a:lnTo>
                    <a:cubicBezTo>
                      <a:pt x="558" y="351"/>
                      <a:pt x="588" y="382"/>
                      <a:pt x="625" y="382"/>
                    </a:cubicBezTo>
                    <a:lnTo>
                      <a:pt x="682" y="382"/>
                    </a:lnTo>
                    <a:cubicBezTo>
                      <a:pt x="721" y="382"/>
                      <a:pt x="751" y="351"/>
                      <a:pt x="751" y="314"/>
                    </a:cubicBezTo>
                    <a:lnTo>
                      <a:pt x="751" y="256"/>
                    </a:lnTo>
                    <a:cubicBezTo>
                      <a:pt x="751" y="219"/>
                      <a:pt x="721" y="190"/>
                      <a:pt x="682" y="19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CEA7A6A-CAC8-3749-BD5B-0DD2712B5366}"/>
              </a:ext>
            </a:extLst>
          </p:cNvPr>
          <p:cNvGrpSpPr/>
          <p:nvPr/>
        </p:nvGrpSpPr>
        <p:grpSpPr>
          <a:xfrm>
            <a:off x="8281920" y="940526"/>
            <a:ext cx="806002" cy="806002"/>
            <a:chOff x="3097067" y="6711236"/>
            <a:chExt cx="2519748" cy="2519746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02E81B6-C466-B841-9C2A-B782BD7493AE}"/>
                </a:ext>
              </a:extLst>
            </p:cNvPr>
            <p:cNvSpPr/>
            <p:nvPr/>
          </p:nvSpPr>
          <p:spPr>
            <a:xfrm>
              <a:off x="3097067" y="6711236"/>
              <a:ext cx="2519748" cy="25197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80CA8D4-441E-144D-98E0-CE4262FF6A63}"/>
                </a:ext>
              </a:extLst>
            </p:cNvPr>
            <p:cNvGrpSpPr/>
            <p:nvPr/>
          </p:nvGrpSpPr>
          <p:grpSpPr>
            <a:xfrm>
              <a:off x="3741436" y="7355605"/>
              <a:ext cx="1231008" cy="1231006"/>
              <a:chOff x="5123329" y="2255652"/>
              <a:chExt cx="1078109" cy="1078108"/>
            </a:xfrm>
            <a:solidFill>
              <a:schemeClr val="bg1"/>
            </a:solidFill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70610BF5-C536-EA40-B732-AAA522C68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7988" y="2446566"/>
                <a:ext cx="688792" cy="688792"/>
              </a:xfrm>
              <a:custGeom>
                <a:avLst/>
                <a:gdLst>
                  <a:gd name="T0" fmla="*/ 206484 w 812"/>
                  <a:gd name="T1" fmla="*/ 78781 h 812"/>
                  <a:gd name="T2" fmla="*/ 197132 w 812"/>
                  <a:gd name="T3" fmla="*/ 47125 h 812"/>
                  <a:gd name="T4" fmla="*/ 191736 w 812"/>
                  <a:gd name="T5" fmla="*/ 35613 h 812"/>
                  <a:gd name="T6" fmla="*/ 244616 w 812"/>
                  <a:gd name="T7" fmla="*/ 78781 h 812"/>
                  <a:gd name="T8" fmla="*/ 191736 w 812"/>
                  <a:gd name="T9" fmla="*/ 255767 h 812"/>
                  <a:gd name="T10" fmla="*/ 197132 w 812"/>
                  <a:gd name="T11" fmla="*/ 244616 h 812"/>
                  <a:gd name="T12" fmla="*/ 244975 w 812"/>
                  <a:gd name="T13" fmla="*/ 212240 h 812"/>
                  <a:gd name="T14" fmla="*/ 191736 w 812"/>
                  <a:gd name="T15" fmla="*/ 255767 h 812"/>
                  <a:gd name="T16" fmla="*/ 84896 w 812"/>
                  <a:gd name="T17" fmla="*/ 212240 h 812"/>
                  <a:gd name="T18" fmla="*/ 94968 w 812"/>
                  <a:gd name="T19" fmla="*/ 244616 h 812"/>
                  <a:gd name="T20" fmla="*/ 100005 w 812"/>
                  <a:gd name="T21" fmla="*/ 255767 h 812"/>
                  <a:gd name="T22" fmla="*/ 46405 w 812"/>
                  <a:gd name="T23" fmla="*/ 212240 h 812"/>
                  <a:gd name="T24" fmla="*/ 100005 w 812"/>
                  <a:gd name="T25" fmla="*/ 35613 h 812"/>
                  <a:gd name="T26" fmla="*/ 94968 w 812"/>
                  <a:gd name="T27" fmla="*/ 47125 h 812"/>
                  <a:gd name="T28" fmla="*/ 47484 w 812"/>
                  <a:gd name="T29" fmla="*/ 78781 h 812"/>
                  <a:gd name="T30" fmla="*/ 100005 w 812"/>
                  <a:gd name="T31" fmla="*/ 35613 h 812"/>
                  <a:gd name="T32" fmla="*/ 26620 w 812"/>
                  <a:gd name="T33" fmla="*/ 146050 h 812"/>
                  <a:gd name="T34" fmla="*/ 79860 w 812"/>
                  <a:gd name="T35" fmla="*/ 105401 h 812"/>
                  <a:gd name="T36" fmla="*/ 77701 w 812"/>
                  <a:gd name="T37" fmla="*/ 146050 h 812"/>
                  <a:gd name="T38" fmla="*/ 79860 w 812"/>
                  <a:gd name="T39" fmla="*/ 185260 h 812"/>
                  <a:gd name="T40" fmla="*/ 33095 w 812"/>
                  <a:gd name="T41" fmla="*/ 185260 h 812"/>
                  <a:gd name="T42" fmla="*/ 100005 w 812"/>
                  <a:gd name="T43" fmla="*/ 35613 h 812"/>
                  <a:gd name="T44" fmla="*/ 146050 w 812"/>
                  <a:gd name="T45" fmla="*/ 264761 h 812"/>
                  <a:gd name="T46" fmla="*/ 179505 w 812"/>
                  <a:gd name="T47" fmla="*/ 212240 h 812"/>
                  <a:gd name="T48" fmla="*/ 146050 w 812"/>
                  <a:gd name="T49" fmla="*/ 264761 h 812"/>
                  <a:gd name="T50" fmla="*/ 187059 w 812"/>
                  <a:gd name="T51" fmla="*/ 146050 h 812"/>
                  <a:gd name="T52" fmla="*/ 107199 w 812"/>
                  <a:gd name="T53" fmla="*/ 185260 h 812"/>
                  <a:gd name="T54" fmla="*/ 104321 w 812"/>
                  <a:gd name="T55" fmla="*/ 146050 h 812"/>
                  <a:gd name="T56" fmla="*/ 107199 w 812"/>
                  <a:gd name="T57" fmla="*/ 105401 h 812"/>
                  <a:gd name="T58" fmla="*/ 184181 w 812"/>
                  <a:gd name="T59" fmla="*/ 105401 h 812"/>
                  <a:gd name="T60" fmla="*/ 265120 w 812"/>
                  <a:gd name="T61" fmla="*/ 146050 h 812"/>
                  <a:gd name="T62" fmla="*/ 258285 w 812"/>
                  <a:gd name="T63" fmla="*/ 185260 h 812"/>
                  <a:gd name="T64" fmla="*/ 211521 w 812"/>
                  <a:gd name="T65" fmla="*/ 185260 h 812"/>
                  <a:gd name="T66" fmla="*/ 214039 w 812"/>
                  <a:gd name="T67" fmla="*/ 146050 h 812"/>
                  <a:gd name="T68" fmla="*/ 257926 w 812"/>
                  <a:gd name="T69" fmla="*/ 105401 h 812"/>
                  <a:gd name="T70" fmla="*/ 265120 w 812"/>
                  <a:gd name="T71" fmla="*/ 146050 h 812"/>
                  <a:gd name="T72" fmla="*/ 112595 w 812"/>
                  <a:gd name="T73" fmla="*/ 78781 h 812"/>
                  <a:gd name="T74" fmla="*/ 146050 w 812"/>
                  <a:gd name="T75" fmla="*/ 26620 h 812"/>
                  <a:gd name="T76" fmla="*/ 179505 w 812"/>
                  <a:gd name="T77" fmla="*/ 78781 h 812"/>
                  <a:gd name="T78" fmla="*/ 12950 w 812"/>
                  <a:gd name="T79" fmla="*/ 85616 h 812"/>
                  <a:gd name="T80" fmla="*/ 12231 w 812"/>
                  <a:gd name="T81" fmla="*/ 87414 h 812"/>
                  <a:gd name="T82" fmla="*/ 0 w 812"/>
                  <a:gd name="T83" fmla="*/ 146050 h 812"/>
                  <a:gd name="T84" fmla="*/ 146050 w 812"/>
                  <a:gd name="T85" fmla="*/ 291740 h 812"/>
                  <a:gd name="T86" fmla="*/ 291740 w 812"/>
                  <a:gd name="T87" fmla="*/ 146050 h 812"/>
                  <a:gd name="T88" fmla="*/ 279509 w 812"/>
                  <a:gd name="T89" fmla="*/ 87414 h 812"/>
                  <a:gd name="T90" fmla="*/ 278430 w 812"/>
                  <a:gd name="T91" fmla="*/ 85616 h 812"/>
                  <a:gd name="T92" fmla="*/ 146050 w 812"/>
                  <a:gd name="T93" fmla="*/ 0 h 812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12" h="812">
                    <a:moveTo>
                      <a:pt x="680" y="219"/>
                    </a:moveTo>
                    <a:lnTo>
                      <a:pt x="574" y="219"/>
                    </a:lnTo>
                    <a:cubicBezTo>
                      <a:pt x="567" y="187"/>
                      <a:pt x="558" y="157"/>
                      <a:pt x="548" y="131"/>
                    </a:cubicBezTo>
                    <a:cubicBezTo>
                      <a:pt x="542" y="120"/>
                      <a:pt x="537" y="110"/>
                      <a:pt x="533" y="99"/>
                    </a:cubicBezTo>
                    <a:cubicBezTo>
                      <a:pt x="592" y="124"/>
                      <a:pt x="643" y="166"/>
                      <a:pt x="680" y="219"/>
                    </a:cubicBezTo>
                    <a:close/>
                    <a:moveTo>
                      <a:pt x="533" y="711"/>
                    </a:moveTo>
                    <a:lnTo>
                      <a:pt x="533" y="711"/>
                    </a:lnTo>
                    <a:cubicBezTo>
                      <a:pt x="537" y="702"/>
                      <a:pt x="542" y="692"/>
                      <a:pt x="548" y="680"/>
                    </a:cubicBezTo>
                    <a:cubicBezTo>
                      <a:pt x="558" y="653"/>
                      <a:pt x="569" y="622"/>
                      <a:pt x="576" y="590"/>
                    </a:cubicBezTo>
                    <a:lnTo>
                      <a:pt x="681" y="590"/>
                    </a:lnTo>
                    <a:cubicBezTo>
                      <a:pt x="646" y="643"/>
                      <a:pt x="594" y="685"/>
                      <a:pt x="533" y="711"/>
                    </a:cubicBezTo>
                    <a:close/>
                    <a:moveTo>
                      <a:pt x="129" y="590"/>
                    </a:moveTo>
                    <a:lnTo>
                      <a:pt x="236" y="590"/>
                    </a:lnTo>
                    <a:cubicBezTo>
                      <a:pt x="243" y="622"/>
                      <a:pt x="252" y="653"/>
                      <a:pt x="264" y="680"/>
                    </a:cubicBezTo>
                    <a:cubicBezTo>
                      <a:pt x="268" y="692"/>
                      <a:pt x="273" y="702"/>
                      <a:pt x="278" y="711"/>
                    </a:cubicBezTo>
                    <a:cubicBezTo>
                      <a:pt x="217" y="685"/>
                      <a:pt x="166" y="643"/>
                      <a:pt x="129" y="590"/>
                    </a:cubicBezTo>
                    <a:close/>
                    <a:moveTo>
                      <a:pt x="278" y="99"/>
                    </a:moveTo>
                    <a:lnTo>
                      <a:pt x="278" y="99"/>
                    </a:lnTo>
                    <a:cubicBezTo>
                      <a:pt x="273" y="110"/>
                      <a:pt x="268" y="120"/>
                      <a:pt x="264" y="131"/>
                    </a:cubicBezTo>
                    <a:cubicBezTo>
                      <a:pt x="252" y="157"/>
                      <a:pt x="243" y="187"/>
                      <a:pt x="236" y="219"/>
                    </a:cubicBezTo>
                    <a:lnTo>
                      <a:pt x="132" y="219"/>
                    </a:lnTo>
                    <a:cubicBezTo>
                      <a:pt x="167" y="166"/>
                      <a:pt x="217" y="124"/>
                      <a:pt x="278" y="99"/>
                    </a:cubicBezTo>
                    <a:lnTo>
                      <a:pt x="74" y="406"/>
                    </a:lnTo>
                    <a:cubicBezTo>
                      <a:pt x="74" y="366"/>
                      <a:pt x="82" y="329"/>
                      <a:pt x="93" y="293"/>
                    </a:cubicBezTo>
                    <a:lnTo>
                      <a:pt x="222" y="293"/>
                    </a:lnTo>
                    <a:cubicBezTo>
                      <a:pt x="217" y="329"/>
                      <a:pt x="216" y="367"/>
                      <a:pt x="216" y="406"/>
                    </a:cubicBezTo>
                    <a:cubicBezTo>
                      <a:pt x="216" y="443"/>
                      <a:pt x="217" y="480"/>
                      <a:pt x="222" y="515"/>
                    </a:cubicBezTo>
                    <a:lnTo>
                      <a:pt x="92" y="515"/>
                    </a:lnTo>
                    <a:cubicBezTo>
                      <a:pt x="80" y="480"/>
                      <a:pt x="74" y="444"/>
                      <a:pt x="74" y="406"/>
                    </a:cubicBezTo>
                    <a:lnTo>
                      <a:pt x="278" y="99"/>
                    </a:lnTo>
                    <a:close/>
                    <a:moveTo>
                      <a:pt x="406" y="736"/>
                    </a:moveTo>
                    <a:lnTo>
                      <a:pt x="406" y="736"/>
                    </a:lnTo>
                    <a:cubicBezTo>
                      <a:pt x="375" y="736"/>
                      <a:pt x="336" y="683"/>
                      <a:pt x="311" y="590"/>
                    </a:cubicBezTo>
                    <a:lnTo>
                      <a:pt x="499" y="590"/>
                    </a:lnTo>
                    <a:cubicBezTo>
                      <a:pt x="476" y="683"/>
                      <a:pt x="435" y="736"/>
                      <a:pt x="406" y="736"/>
                    </a:cubicBezTo>
                    <a:close/>
                    <a:moveTo>
                      <a:pt x="520" y="406"/>
                    </a:moveTo>
                    <a:lnTo>
                      <a:pt x="520" y="406"/>
                    </a:lnTo>
                    <a:cubicBezTo>
                      <a:pt x="520" y="444"/>
                      <a:pt x="518" y="481"/>
                      <a:pt x="514" y="515"/>
                    </a:cubicBezTo>
                    <a:lnTo>
                      <a:pt x="298" y="515"/>
                    </a:lnTo>
                    <a:cubicBezTo>
                      <a:pt x="293" y="481"/>
                      <a:pt x="290" y="444"/>
                      <a:pt x="290" y="406"/>
                    </a:cubicBezTo>
                    <a:cubicBezTo>
                      <a:pt x="290" y="364"/>
                      <a:pt x="293" y="327"/>
                      <a:pt x="298" y="293"/>
                    </a:cubicBezTo>
                    <a:lnTo>
                      <a:pt x="512" y="293"/>
                    </a:lnTo>
                    <a:cubicBezTo>
                      <a:pt x="518" y="327"/>
                      <a:pt x="520" y="364"/>
                      <a:pt x="520" y="406"/>
                    </a:cubicBezTo>
                    <a:close/>
                    <a:moveTo>
                      <a:pt x="737" y="406"/>
                    </a:moveTo>
                    <a:lnTo>
                      <a:pt x="737" y="406"/>
                    </a:lnTo>
                    <a:cubicBezTo>
                      <a:pt x="737" y="444"/>
                      <a:pt x="730" y="480"/>
                      <a:pt x="718" y="515"/>
                    </a:cubicBezTo>
                    <a:lnTo>
                      <a:pt x="588" y="515"/>
                    </a:lnTo>
                    <a:cubicBezTo>
                      <a:pt x="592" y="480"/>
                      <a:pt x="595" y="443"/>
                      <a:pt x="595" y="406"/>
                    </a:cubicBezTo>
                    <a:cubicBezTo>
                      <a:pt x="595" y="367"/>
                      <a:pt x="592" y="329"/>
                      <a:pt x="588" y="293"/>
                    </a:cubicBezTo>
                    <a:lnTo>
                      <a:pt x="717" y="293"/>
                    </a:lnTo>
                    <a:cubicBezTo>
                      <a:pt x="730" y="329"/>
                      <a:pt x="737" y="366"/>
                      <a:pt x="737" y="406"/>
                    </a:cubicBezTo>
                    <a:close/>
                    <a:moveTo>
                      <a:pt x="499" y="219"/>
                    </a:moveTo>
                    <a:lnTo>
                      <a:pt x="313" y="219"/>
                    </a:lnTo>
                    <a:cubicBezTo>
                      <a:pt x="336" y="127"/>
                      <a:pt x="375" y="74"/>
                      <a:pt x="406" y="74"/>
                    </a:cubicBezTo>
                    <a:cubicBezTo>
                      <a:pt x="435" y="74"/>
                      <a:pt x="474" y="127"/>
                      <a:pt x="499" y="219"/>
                    </a:cubicBezTo>
                    <a:close/>
                    <a:moveTo>
                      <a:pt x="36" y="238"/>
                    </a:moveTo>
                    <a:lnTo>
                      <a:pt x="36" y="238"/>
                    </a:lnTo>
                    <a:cubicBezTo>
                      <a:pt x="34" y="240"/>
                      <a:pt x="34" y="241"/>
                      <a:pt x="34" y="243"/>
                    </a:cubicBezTo>
                    <a:cubicBezTo>
                      <a:pt x="12" y="293"/>
                      <a:pt x="0" y="348"/>
                      <a:pt x="0" y="406"/>
                    </a:cubicBezTo>
                    <a:cubicBezTo>
                      <a:pt x="0" y="629"/>
                      <a:pt x="182" y="811"/>
                      <a:pt x="406" y="811"/>
                    </a:cubicBezTo>
                    <a:cubicBezTo>
                      <a:pt x="630" y="811"/>
                      <a:pt x="811" y="629"/>
                      <a:pt x="811" y="406"/>
                    </a:cubicBezTo>
                    <a:cubicBezTo>
                      <a:pt x="811" y="348"/>
                      <a:pt x="800" y="293"/>
                      <a:pt x="777" y="243"/>
                    </a:cubicBezTo>
                    <a:cubicBezTo>
                      <a:pt x="776" y="241"/>
                      <a:pt x="776" y="240"/>
                      <a:pt x="774" y="238"/>
                    </a:cubicBezTo>
                    <a:cubicBezTo>
                      <a:pt x="711" y="98"/>
                      <a:pt x="570" y="0"/>
                      <a:pt x="406" y="0"/>
                    </a:cubicBezTo>
                    <a:cubicBezTo>
                      <a:pt x="241" y="0"/>
                      <a:pt x="99" y="98"/>
                      <a:pt x="36" y="23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62E24BC2-2B01-9848-BFEA-3256DA9E1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8904" y="2364210"/>
                <a:ext cx="692534" cy="969550"/>
              </a:xfrm>
              <a:custGeom>
                <a:avLst/>
                <a:gdLst>
                  <a:gd name="T0" fmla="*/ 204571 w 814"/>
                  <a:gd name="T1" fmla="*/ 26666 h 1141"/>
                  <a:gd name="T2" fmla="*/ 239207 w 814"/>
                  <a:gd name="T3" fmla="*/ 26666 h 1141"/>
                  <a:gd name="T4" fmla="*/ 239207 w 814"/>
                  <a:gd name="T5" fmla="*/ 61620 h 1141"/>
                  <a:gd name="T6" fmla="*/ 204571 w 814"/>
                  <a:gd name="T7" fmla="*/ 61620 h 1141"/>
                  <a:gd name="T8" fmla="*/ 204571 w 814"/>
                  <a:gd name="T9" fmla="*/ 26666 h 1141"/>
                  <a:gd name="T10" fmla="*/ 265545 w 814"/>
                  <a:gd name="T11" fmla="*/ 73152 h 1141"/>
                  <a:gd name="T12" fmla="*/ 265545 w 814"/>
                  <a:gd name="T13" fmla="*/ 73152 h 1141"/>
                  <a:gd name="T14" fmla="*/ 265906 w 814"/>
                  <a:gd name="T15" fmla="*/ 67386 h 1141"/>
                  <a:gd name="T16" fmla="*/ 265906 w 814"/>
                  <a:gd name="T17" fmla="*/ 20900 h 1141"/>
                  <a:gd name="T18" fmla="*/ 265906 w 814"/>
                  <a:gd name="T19" fmla="*/ 20900 h 1141"/>
                  <a:gd name="T20" fmla="*/ 245340 w 814"/>
                  <a:gd name="T21" fmla="*/ 0 h 1141"/>
                  <a:gd name="T22" fmla="*/ 198437 w 814"/>
                  <a:gd name="T23" fmla="*/ 0 h 1141"/>
                  <a:gd name="T24" fmla="*/ 198437 w 814"/>
                  <a:gd name="T25" fmla="*/ 0 h 1141"/>
                  <a:gd name="T26" fmla="*/ 177872 w 814"/>
                  <a:gd name="T27" fmla="*/ 20900 h 1141"/>
                  <a:gd name="T28" fmla="*/ 177872 w 814"/>
                  <a:gd name="T29" fmla="*/ 67386 h 1141"/>
                  <a:gd name="T30" fmla="*/ 177872 w 814"/>
                  <a:gd name="T31" fmla="*/ 67386 h 1141"/>
                  <a:gd name="T32" fmla="*/ 198437 w 814"/>
                  <a:gd name="T33" fmla="*/ 88287 h 1141"/>
                  <a:gd name="T34" fmla="*/ 242815 w 814"/>
                  <a:gd name="T35" fmla="*/ 88287 h 1141"/>
                  <a:gd name="T36" fmla="*/ 242815 w 814"/>
                  <a:gd name="T37" fmla="*/ 88287 h 1141"/>
                  <a:gd name="T38" fmla="*/ 266267 w 814"/>
                  <a:gd name="T39" fmla="*/ 182699 h 1141"/>
                  <a:gd name="T40" fmla="*/ 266267 w 814"/>
                  <a:gd name="T41" fmla="*/ 182699 h 1141"/>
                  <a:gd name="T42" fmla="*/ 207096 w 814"/>
                  <a:gd name="T43" fmla="*/ 325399 h 1141"/>
                  <a:gd name="T44" fmla="*/ 207096 w 814"/>
                  <a:gd name="T45" fmla="*/ 325399 h 1141"/>
                  <a:gd name="T46" fmla="*/ 64582 w 814"/>
                  <a:gd name="T47" fmla="*/ 383776 h 1141"/>
                  <a:gd name="T48" fmla="*/ 64582 w 814"/>
                  <a:gd name="T49" fmla="*/ 383776 h 1141"/>
                  <a:gd name="T50" fmla="*/ 17679 w 814"/>
                  <a:gd name="T51" fmla="*/ 378371 h 1141"/>
                  <a:gd name="T52" fmla="*/ 17679 w 814"/>
                  <a:gd name="T53" fmla="*/ 378371 h 1141"/>
                  <a:gd name="T54" fmla="*/ 1443 w 814"/>
                  <a:gd name="T55" fmla="*/ 388461 h 1141"/>
                  <a:gd name="T56" fmla="*/ 1443 w 814"/>
                  <a:gd name="T57" fmla="*/ 388461 h 1141"/>
                  <a:gd name="T58" fmla="*/ 10824 w 814"/>
                  <a:gd name="T59" fmla="*/ 404677 h 1141"/>
                  <a:gd name="T60" fmla="*/ 10824 w 814"/>
                  <a:gd name="T61" fmla="*/ 404677 h 1141"/>
                  <a:gd name="T62" fmla="*/ 64582 w 814"/>
                  <a:gd name="T63" fmla="*/ 410803 h 1141"/>
                  <a:gd name="T64" fmla="*/ 64582 w 814"/>
                  <a:gd name="T65" fmla="*/ 410803 h 1141"/>
                  <a:gd name="T66" fmla="*/ 225858 w 814"/>
                  <a:gd name="T67" fmla="*/ 343777 h 1141"/>
                  <a:gd name="T68" fmla="*/ 225858 w 814"/>
                  <a:gd name="T69" fmla="*/ 343777 h 1141"/>
                  <a:gd name="T70" fmla="*/ 293326 w 814"/>
                  <a:gd name="T71" fmla="*/ 182699 h 1141"/>
                  <a:gd name="T72" fmla="*/ 293326 w 814"/>
                  <a:gd name="T73" fmla="*/ 182699 h 1141"/>
                  <a:gd name="T74" fmla="*/ 265545 w 814"/>
                  <a:gd name="T75" fmla="*/ 73152 h 114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814" h="1141">
                    <a:moveTo>
                      <a:pt x="567" y="74"/>
                    </a:moveTo>
                    <a:lnTo>
                      <a:pt x="663" y="74"/>
                    </a:lnTo>
                    <a:lnTo>
                      <a:pt x="663" y="171"/>
                    </a:lnTo>
                    <a:lnTo>
                      <a:pt x="567" y="171"/>
                    </a:lnTo>
                    <a:lnTo>
                      <a:pt x="567" y="74"/>
                    </a:lnTo>
                    <a:close/>
                    <a:moveTo>
                      <a:pt x="736" y="203"/>
                    </a:moveTo>
                    <a:lnTo>
                      <a:pt x="736" y="203"/>
                    </a:lnTo>
                    <a:cubicBezTo>
                      <a:pt x="736" y="197"/>
                      <a:pt x="737" y="193"/>
                      <a:pt x="737" y="187"/>
                    </a:cubicBezTo>
                    <a:lnTo>
                      <a:pt x="737" y="58"/>
                    </a:lnTo>
                    <a:cubicBezTo>
                      <a:pt x="737" y="27"/>
                      <a:pt x="710" y="0"/>
                      <a:pt x="680" y="0"/>
                    </a:cubicBezTo>
                    <a:lnTo>
                      <a:pt x="550" y="0"/>
                    </a:lnTo>
                    <a:cubicBezTo>
                      <a:pt x="519" y="0"/>
                      <a:pt x="493" y="27"/>
                      <a:pt x="493" y="58"/>
                    </a:cubicBezTo>
                    <a:lnTo>
                      <a:pt x="493" y="187"/>
                    </a:lnTo>
                    <a:cubicBezTo>
                      <a:pt x="493" y="220"/>
                      <a:pt x="519" y="245"/>
                      <a:pt x="550" y="245"/>
                    </a:cubicBezTo>
                    <a:lnTo>
                      <a:pt x="673" y="245"/>
                    </a:lnTo>
                    <a:cubicBezTo>
                      <a:pt x="716" y="325"/>
                      <a:pt x="738" y="415"/>
                      <a:pt x="738" y="507"/>
                    </a:cubicBezTo>
                    <a:cubicBezTo>
                      <a:pt x="738" y="656"/>
                      <a:pt x="680" y="795"/>
                      <a:pt x="574" y="903"/>
                    </a:cubicBezTo>
                    <a:cubicBezTo>
                      <a:pt x="469" y="1007"/>
                      <a:pt x="328" y="1065"/>
                      <a:pt x="179" y="1065"/>
                    </a:cubicBezTo>
                    <a:cubicBezTo>
                      <a:pt x="135" y="1065"/>
                      <a:pt x="91" y="1061"/>
                      <a:pt x="49" y="1050"/>
                    </a:cubicBezTo>
                    <a:cubicBezTo>
                      <a:pt x="29" y="1046"/>
                      <a:pt x="9" y="1058"/>
                      <a:pt x="4" y="1078"/>
                    </a:cubicBezTo>
                    <a:cubicBezTo>
                      <a:pt x="0" y="1098"/>
                      <a:pt x="11" y="1119"/>
                      <a:pt x="30" y="1123"/>
                    </a:cubicBezTo>
                    <a:cubicBezTo>
                      <a:pt x="79" y="1135"/>
                      <a:pt x="128" y="1140"/>
                      <a:pt x="179" y="1140"/>
                    </a:cubicBezTo>
                    <a:cubicBezTo>
                      <a:pt x="347" y="1140"/>
                      <a:pt x="507" y="1074"/>
                      <a:pt x="626" y="954"/>
                    </a:cubicBezTo>
                    <a:cubicBezTo>
                      <a:pt x="746" y="834"/>
                      <a:pt x="813" y="676"/>
                      <a:pt x="813" y="507"/>
                    </a:cubicBezTo>
                    <a:cubicBezTo>
                      <a:pt x="813" y="400"/>
                      <a:pt x="786" y="295"/>
                      <a:pt x="736" y="20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E2B942BD-2FF2-3041-AE17-7459525CA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3329" y="2255652"/>
                <a:ext cx="722484" cy="1006982"/>
              </a:xfrm>
              <a:custGeom>
                <a:avLst/>
                <a:gdLst>
                  <a:gd name="T0" fmla="*/ 99972 w 852"/>
                  <a:gd name="T1" fmla="*/ 399312 h 1186"/>
                  <a:gd name="T2" fmla="*/ 66168 w 852"/>
                  <a:gd name="T3" fmla="*/ 399312 h 1186"/>
                  <a:gd name="T4" fmla="*/ 66168 w 852"/>
                  <a:gd name="T5" fmla="*/ 365106 h 1186"/>
                  <a:gd name="T6" fmla="*/ 99972 w 852"/>
                  <a:gd name="T7" fmla="*/ 365106 h 1186"/>
                  <a:gd name="T8" fmla="*/ 99972 w 852"/>
                  <a:gd name="T9" fmla="*/ 399312 h 1186"/>
                  <a:gd name="T10" fmla="*/ 106445 w 852"/>
                  <a:gd name="T11" fmla="*/ 338821 h 1186"/>
                  <a:gd name="T12" fmla="*/ 60055 w 852"/>
                  <a:gd name="T13" fmla="*/ 338821 h 1186"/>
                  <a:gd name="T14" fmla="*/ 60055 w 852"/>
                  <a:gd name="T15" fmla="*/ 338821 h 1186"/>
                  <a:gd name="T16" fmla="*/ 59695 w 852"/>
                  <a:gd name="T17" fmla="*/ 338821 h 1186"/>
                  <a:gd name="T18" fmla="*/ 59695 w 852"/>
                  <a:gd name="T19" fmla="*/ 338821 h 1186"/>
                  <a:gd name="T20" fmla="*/ 26611 w 852"/>
                  <a:gd name="T21" fmla="*/ 228281 h 1186"/>
                  <a:gd name="T22" fmla="*/ 26611 w 852"/>
                  <a:gd name="T23" fmla="*/ 228281 h 1186"/>
                  <a:gd name="T24" fmla="*/ 85587 w 852"/>
                  <a:gd name="T25" fmla="*/ 85695 h 1186"/>
                  <a:gd name="T26" fmla="*/ 85587 w 852"/>
                  <a:gd name="T27" fmla="*/ 85695 h 1186"/>
                  <a:gd name="T28" fmla="*/ 227993 w 852"/>
                  <a:gd name="T29" fmla="*/ 26645 h 1186"/>
                  <a:gd name="T30" fmla="*/ 227993 w 852"/>
                  <a:gd name="T31" fmla="*/ 26645 h 1186"/>
                  <a:gd name="T32" fmla="*/ 286969 w 852"/>
                  <a:gd name="T33" fmla="*/ 35646 h 1186"/>
                  <a:gd name="T34" fmla="*/ 286969 w 852"/>
                  <a:gd name="T35" fmla="*/ 35646 h 1186"/>
                  <a:gd name="T36" fmla="*/ 303511 w 852"/>
                  <a:gd name="T37" fmla="*/ 26645 h 1186"/>
                  <a:gd name="T38" fmla="*/ 303511 w 852"/>
                  <a:gd name="T39" fmla="*/ 26645 h 1186"/>
                  <a:gd name="T40" fmla="*/ 294880 w 852"/>
                  <a:gd name="T41" fmla="*/ 10082 h 1186"/>
                  <a:gd name="T42" fmla="*/ 294880 w 852"/>
                  <a:gd name="T43" fmla="*/ 10082 h 1186"/>
                  <a:gd name="T44" fmla="*/ 227993 w 852"/>
                  <a:gd name="T45" fmla="*/ 0 h 1186"/>
                  <a:gd name="T46" fmla="*/ 227993 w 852"/>
                  <a:gd name="T47" fmla="*/ 0 h 1186"/>
                  <a:gd name="T48" fmla="*/ 66528 w 852"/>
                  <a:gd name="T49" fmla="*/ 66612 h 1186"/>
                  <a:gd name="T50" fmla="*/ 66528 w 852"/>
                  <a:gd name="T51" fmla="*/ 66612 h 1186"/>
                  <a:gd name="T52" fmla="*/ 0 w 852"/>
                  <a:gd name="T53" fmla="*/ 228281 h 1186"/>
                  <a:gd name="T54" fmla="*/ 0 w 852"/>
                  <a:gd name="T55" fmla="*/ 228281 h 1186"/>
                  <a:gd name="T56" fmla="*/ 39557 w 852"/>
                  <a:gd name="T57" fmla="*/ 356104 h 1186"/>
                  <a:gd name="T58" fmla="*/ 39557 w 852"/>
                  <a:gd name="T59" fmla="*/ 356104 h 1186"/>
                  <a:gd name="T60" fmla="*/ 39557 w 852"/>
                  <a:gd name="T61" fmla="*/ 359345 h 1186"/>
                  <a:gd name="T62" fmla="*/ 39557 w 852"/>
                  <a:gd name="T63" fmla="*/ 405793 h 1186"/>
                  <a:gd name="T64" fmla="*/ 39557 w 852"/>
                  <a:gd name="T65" fmla="*/ 405793 h 1186"/>
                  <a:gd name="T66" fmla="*/ 60055 w 852"/>
                  <a:gd name="T67" fmla="*/ 426677 h 1186"/>
                  <a:gd name="T68" fmla="*/ 106445 w 852"/>
                  <a:gd name="T69" fmla="*/ 426677 h 1186"/>
                  <a:gd name="T70" fmla="*/ 106445 w 852"/>
                  <a:gd name="T71" fmla="*/ 426677 h 1186"/>
                  <a:gd name="T72" fmla="*/ 127302 w 852"/>
                  <a:gd name="T73" fmla="*/ 405793 h 1186"/>
                  <a:gd name="T74" fmla="*/ 127302 w 852"/>
                  <a:gd name="T75" fmla="*/ 359345 h 1186"/>
                  <a:gd name="T76" fmla="*/ 127302 w 852"/>
                  <a:gd name="T77" fmla="*/ 359345 h 1186"/>
                  <a:gd name="T78" fmla="*/ 106445 w 852"/>
                  <a:gd name="T79" fmla="*/ 338821 h 118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852" h="1186">
                    <a:moveTo>
                      <a:pt x="278" y="1109"/>
                    </a:moveTo>
                    <a:lnTo>
                      <a:pt x="184" y="1109"/>
                    </a:lnTo>
                    <a:lnTo>
                      <a:pt x="184" y="1014"/>
                    </a:lnTo>
                    <a:lnTo>
                      <a:pt x="278" y="1014"/>
                    </a:lnTo>
                    <a:lnTo>
                      <a:pt x="278" y="1109"/>
                    </a:lnTo>
                    <a:close/>
                    <a:moveTo>
                      <a:pt x="296" y="941"/>
                    </a:moveTo>
                    <a:lnTo>
                      <a:pt x="167" y="941"/>
                    </a:lnTo>
                    <a:cubicBezTo>
                      <a:pt x="166" y="941"/>
                      <a:pt x="166" y="941"/>
                      <a:pt x="166" y="941"/>
                    </a:cubicBezTo>
                    <a:cubicBezTo>
                      <a:pt x="105" y="848"/>
                      <a:pt x="74" y="743"/>
                      <a:pt x="74" y="634"/>
                    </a:cubicBezTo>
                    <a:cubicBezTo>
                      <a:pt x="74" y="485"/>
                      <a:pt x="132" y="343"/>
                      <a:pt x="238" y="238"/>
                    </a:cubicBezTo>
                    <a:cubicBezTo>
                      <a:pt x="343" y="132"/>
                      <a:pt x="484" y="74"/>
                      <a:pt x="634" y="74"/>
                    </a:cubicBezTo>
                    <a:cubicBezTo>
                      <a:pt x="690" y="74"/>
                      <a:pt x="745" y="83"/>
                      <a:pt x="798" y="99"/>
                    </a:cubicBezTo>
                    <a:cubicBezTo>
                      <a:pt x="818" y="105"/>
                      <a:pt x="838" y="93"/>
                      <a:pt x="844" y="74"/>
                    </a:cubicBezTo>
                    <a:cubicBezTo>
                      <a:pt x="851" y="55"/>
                      <a:pt x="839" y="34"/>
                      <a:pt x="820" y="28"/>
                    </a:cubicBezTo>
                    <a:cubicBezTo>
                      <a:pt x="760" y="9"/>
                      <a:pt x="697" y="0"/>
                      <a:pt x="634" y="0"/>
                    </a:cubicBezTo>
                    <a:cubicBezTo>
                      <a:pt x="465" y="0"/>
                      <a:pt x="305" y="65"/>
                      <a:pt x="185" y="185"/>
                    </a:cubicBezTo>
                    <a:cubicBezTo>
                      <a:pt x="65" y="305"/>
                      <a:pt x="0" y="464"/>
                      <a:pt x="0" y="634"/>
                    </a:cubicBezTo>
                    <a:cubicBezTo>
                      <a:pt x="0" y="761"/>
                      <a:pt x="38" y="884"/>
                      <a:pt x="110" y="989"/>
                    </a:cubicBezTo>
                    <a:cubicBezTo>
                      <a:pt x="110" y="992"/>
                      <a:pt x="110" y="995"/>
                      <a:pt x="110" y="998"/>
                    </a:cubicBezTo>
                    <a:lnTo>
                      <a:pt x="110" y="1127"/>
                    </a:lnTo>
                    <a:cubicBezTo>
                      <a:pt x="110" y="1158"/>
                      <a:pt x="135" y="1185"/>
                      <a:pt x="167" y="1185"/>
                    </a:cubicBezTo>
                    <a:lnTo>
                      <a:pt x="296" y="1185"/>
                    </a:lnTo>
                    <a:cubicBezTo>
                      <a:pt x="327" y="1185"/>
                      <a:pt x="354" y="1158"/>
                      <a:pt x="354" y="1127"/>
                    </a:cubicBezTo>
                    <a:lnTo>
                      <a:pt x="354" y="998"/>
                    </a:lnTo>
                    <a:cubicBezTo>
                      <a:pt x="354" y="966"/>
                      <a:pt x="327" y="941"/>
                      <a:pt x="296" y="94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</p:grp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37942429-FC0C-E441-8143-E242A5BFD5AB}"/>
              </a:ext>
            </a:extLst>
          </p:cNvPr>
          <p:cNvSpPr txBox="1"/>
          <p:nvPr/>
        </p:nvSpPr>
        <p:spPr>
          <a:xfrm>
            <a:off x="9087922" y="816870"/>
            <a:ext cx="2978174" cy="11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Provides a structured, ISO 31000-aligned approach to identifying, assessing, and managing enterprise risks across the organization.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339401-F564-BE4A-A408-1353C1457C45}"/>
              </a:ext>
            </a:extLst>
          </p:cNvPr>
          <p:cNvSpPr txBox="1"/>
          <p:nvPr/>
        </p:nvSpPr>
        <p:spPr>
          <a:xfrm>
            <a:off x="9139878" y="2182065"/>
            <a:ext cx="2975377" cy="11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Supports informed decision-making by enabling management to </a:t>
            </a:r>
            <a:r>
              <a:rPr lang="en-US" sz="12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prioritise</a:t>
            </a: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risks based on impact, likelihood, and residual exposure.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4F7EDA7-2A12-4B48-9EF7-D460690CD2DF}"/>
              </a:ext>
            </a:extLst>
          </p:cNvPr>
          <p:cNvSpPr txBox="1"/>
          <p:nvPr/>
        </p:nvSpPr>
        <p:spPr>
          <a:xfrm>
            <a:off x="9139877" y="5163921"/>
            <a:ext cx="2840451" cy="900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Establishes a scalable foundation for proactive risk management and long-term </a:t>
            </a:r>
            <a:r>
              <a:rPr lang="en-US" sz="1200" dirty="0" err="1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organisational</a:t>
            </a: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resilience.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D3CFEAF-A288-104D-9819-9654FA3612F3}"/>
              </a:ext>
            </a:extLst>
          </p:cNvPr>
          <p:cNvGrpSpPr/>
          <p:nvPr/>
        </p:nvGrpSpPr>
        <p:grpSpPr>
          <a:xfrm>
            <a:off x="8281920" y="3732130"/>
            <a:ext cx="806002" cy="806002"/>
            <a:chOff x="13539579" y="6711236"/>
            <a:chExt cx="2519748" cy="2519746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C8857AC-B6BE-594F-BB50-4D0CB044F5AA}"/>
                </a:ext>
              </a:extLst>
            </p:cNvPr>
            <p:cNvSpPr/>
            <p:nvPr/>
          </p:nvSpPr>
          <p:spPr>
            <a:xfrm>
              <a:off x="13539579" y="6711236"/>
              <a:ext cx="2519748" cy="25197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0693DEA-0F3C-C143-9B80-DC6119DD1482}"/>
                </a:ext>
              </a:extLst>
            </p:cNvPr>
            <p:cNvGrpSpPr/>
            <p:nvPr/>
          </p:nvGrpSpPr>
          <p:grpSpPr>
            <a:xfrm>
              <a:off x="14255035" y="7490215"/>
              <a:ext cx="1088834" cy="1096396"/>
              <a:chOff x="5231890" y="4370690"/>
              <a:chExt cx="1078109" cy="1085596"/>
            </a:xfrm>
            <a:solidFill>
              <a:schemeClr val="bg1"/>
            </a:solidFill>
          </p:grpSpPr>
          <p:sp>
            <p:nvSpPr>
              <p:cNvPr id="98" name="Freeform 23">
                <a:extLst>
                  <a:ext uri="{FF2B5EF4-FFF2-40B4-BE49-F238E27FC236}">
                    <a16:creationId xmlns:a16="http://schemas.microsoft.com/office/drawing/2014/main" id="{2403B6EF-CB95-A844-B47A-793029CB8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1890" y="4378177"/>
                <a:ext cx="1078109" cy="1078109"/>
              </a:xfrm>
              <a:custGeom>
                <a:avLst/>
                <a:gdLst>
                  <a:gd name="T0" fmla="*/ 443509 w 1269"/>
                  <a:gd name="T1" fmla="*/ 430157 h 1268"/>
                  <a:gd name="T2" fmla="*/ 46477 w 1269"/>
                  <a:gd name="T3" fmla="*/ 430157 h 1268"/>
                  <a:gd name="T4" fmla="*/ 46477 w 1269"/>
                  <a:gd name="T5" fmla="*/ 430157 h 1268"/>
                  <a:gd name="T6" fmla="*/ 26661 w 1269"/>
                  <a:gd name="T7" fmla="*/ 410326 h 1268"/>
                  <a:gd name="T8" fmla="*/ 26661 w 1269"/>
                  <a:gd name="T9" fmla="*/ 12980 h 1268"/>
                  <a:gd name="T10" fmla="*/ 26661 w 1269"/>
                  <a:gd name="T11" fmla="*/ 12980 h 1268"/>
                  <a:gd name="T12" fmla="*/ 13330 w 1269"/>
                  <a:gd name="T13" fmla="*/ 0 h 1268"/>
                  <a:gd name="T14" fmla="*/ 13330 w 1269"/>
                  <a:gd name="T15" fmla="*/ 0 h 1268"/>
                  <a:gd name="T16" fmla="*/ 0 w 1269"/>
                  <a:gd name="T17" fmla="*/ 12980 h 1268"/>
                  <a:gd name="T18" fmla="*/ 0 w 1269"/>
                  <a:gd name="T19" fmla="*/ 410326 h 1268"/>
                  <a:gd name="T20" fmla="*/ 0 w 1269"/>
                  <a:gd name="T21" fmla="*/ 410326 h 1268"/>
                  <a:gd name="T22" fmla="*/ 46477 w 1269"/>
                  <a:gd name="T23" fmla="*/ 456839 h 1268"/>
                  <a:gd name="T24" fmla="*/ 443509 w 1269"/>
                  <a:gd name="T25" fmla="*/ 456839 h 1268"/>
                  <a:gd name="T26" fmla="*/ 443509 w 1269"/>
                  <a:gd name="T27" fmla="*/ 456839 h 1268"/>
                  <a:gd name="T28" fmla="*/ 456840 w 1269"/>
                  <a:gd name="T29" fmla="*/ 443498 h 1268"/>
                  <a:gd name="T30" fmla="*/ 456840 w 1269"/>
                  <a:gd name="T31" fmla="*/ 443498 h 1268"/>
                  <a:gd name="T32" fmla="*/ 443509 w 1269"/>
                  <a:gd name="T33" fmla="*/ 430157 h 126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69" h="1268">
                    <a:moveTo>
                      <a:pt x="1231" y="1193"/>
                    </a:moveTo>
                    <a:lnTo>
                      <a:pt x="129" y="1193"/>
                    </a:lnTo>
                    <a:cubicBezTo>
                      <a:pt x="99" y="1193"/>
                      <a:pt x="74" y="1168"/>
                      <a:pt x="74" y="1138"/>
                    </a:cubicBezTo>
                    <a:lnTo>
                      <a:pt x="74" y="36"/>
                    </a:lnTo>
                    <a:cubicBezTo>
                      <a:pt x="74" y="16"/>
                      <a:pt x="58" y="0"/>
                      <a:pt x="37" y="0"/>
                    </a:cubicBezTo>
                    <a:cubicBezTo>
                      <a:pt x="16" y="0"/>
                      <a:pt x="0" y="16"/>
                      <a:pt x="0" y="36"/>
                    </a:cubicBezTo>
                    <a:lnTo>
                      <a:pt x="0" y="1138"/>
                    </a:lnTo>
                    <a:cubicBezTo>
                      <a:pt x="0" y="1209"/>
                      <a:pt x="58" y="1267"/>
                      <a:pt x="129" y="1267"/>
                    </a:cubicBezTo>
                    <a:lnTo>
                      <a:pt x="1231" y="1267"/>
                    </a:lnTo>
                    <a:cubicBezTo>
                      <a:pt x="1250" y="1267"/>
                      <a:pt x="1268" y="1251"/>
                      <a:pt x="1268" y="1230"/>
                    </a:cubicBezTo>
                    <a:cubicBezTo>
                      <a:pt x="1268" y="1209"/>
                      <a:pt x="1250" y="1193"/>
                      <a:pt x="1231" y="119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99" name="Freeform 24">
                <a:extLst>
                  <a:ext uri="{FF2B5EF4-FFF2-40B4-BE49-F238E27FC236}">
                    <a16:creationId xmlns:a16="http://schemas.microsoft.com/office/drawing/2014/main" id="{B0F75C55-EA69-A149-ACA8-3E1DA84D5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7748" y="4748778"/>
                <a:ext cx="63637" cy="576489"/>
              </a:xfrm>
              <a:custGeom>
                <a:avLst/>
                <a:gdLst>
                  <a:gd name="T0" fmla="*/ 13314 w 75"/>
                  <a:gd name="T1" fmla="*/ 244115 h 679"/>
                  <a:gd name="T2" fmla="*/ 13314 w 75"/>
                  <a:gd name="T3" fmla="*/ 244115 h 679"/>
                  <a:gd name="T4" fmla="*/ 26627 w 75"/>
                  <a:gd name="T5" fmla="*/ 230433 h 679"/>
                  <a:gd name="T6" fmla="*/ 26627 w 75"/>
                  <a:gd name="T7" fmla="*/ 13322 h 679"/>
                  <a:gd name="T8" fmla="*/ 26627 w 75"/>
                  <a:gd name="T9" fmla="*/ 13322 h 679"/>
                  <a:gd name="T10" fmla="*/ 13314 w 75"/>
                  <a:gd name="T11" fmla="*/ 0 h 679"/>
                  <a:gd name="T12" fmla="*/ 13314 w 75"/>
                  <a:gd name="T13" fmla="*/ 0 h 679"/>
                  <a:gd name="T14" fmla="*/ 0 w 75"/>
                  <a:gd name="T15" fmla="*/ 13322 h 679"/>
                  <a:gd name="T16" fmla="*/ 0 w 75"/>
                  <a:gd name="T17" fmla="*/ 230433 h 679"/>
                  <a:gd name="T18" fmla="*/ 0 w 75"/>
                  <a:gd name="T19" fmla="*/ 230433 h 679"/>
                  <a:gd name="T20" fmla="*/ 13314 w 75"/>
                  <a:gd name="T21" fmla="*/ 244115 h 6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679">
                    <a:moveTo>
                      <a:pt x="37" y="678"/>
                    </a:moveTo>
                    <a:lnTo>
                      <a:pt x="37" y="678"/>
                    </a:lnTo>
                    <a:cubicBezTo>
                      <a:pt x="58" y="678"/>
                      <a:pt x="74" y="661"/>
                      <a:pt x="74" y="640"/>
                    </a:cubicBezTo>
                    <a:lnTo>
                      <a:pt x="74" y="37"/>
                    </a:lnTo>
                    <a:cubicBezTo>
                      <a:pt x="74" y="16"/>
                      <a:pt x="58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lnTo>
                      <a:pt x="0" y="640"/>
                    </a:lnTo>
                    <a:cubicBezTo>
                      <a:pt x="0" y="661"/>
                      <a:pt x="16" y="678"/>
                      <a:pt x="37" y="67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0" name="Freeform 25">
                <a:extLst>
                  <a:ext uri="{FF2B5EF4-FFF2-40B4-BE49-F238E27FC236}">
                    <a16:creationId xmlns:a16="http://schemas.microsoft.com/office/drawing/2014/main" id="{FCFC3CE2-A358-1E42-82C0-C88DA9877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1700" y="4861081"/>
                <a:ext cx="63640" cy="464186"/>
              </a:xfrm>
              <a:custGeom>
                <a:avLst/>
                <a:gdLst>
                  <a:gd name="T0" fmla="*/ 0 w 76"/>
                  <a:gd name="T1" fmla="*/ 13340 h 546"/>
                  <a:gd name="T2" fmla="*/ 0 w 76"/>
                  <a:gd name="T3" fmla="*/ 183150 h 546"/>
                  <a:gd name="T4" fmla="*/ 0 w 76"/>
                  <a:gd name="T5" fmla="*/ 183150 h 546"/>
                  <a:gd name="T6" fmla="*/ 13494 w 76"/>
                  <a:gd name="T7" fmla="*/ 196489 h 546"/>
                  <a:gd name="T8" fmla="*/ 13494 w 76"/>
                  <a:gd name="T9" fmla="*/ 196489 h 546"/>
                  <a:gd name="T10" fmla="*/ 26633 w 76"/>
                  <a:gd name="T11" fmla="*/ 183150 h 546"/>
                  <a:gd name="T12" fmla="*/ 26633 w 76"/>
                  <a:gd name="T13" fmla="*/ 13340 h 546"/>
                  <a:gd name="T14" fmla="*/ 26633 w 76"/>
                  <a:gd name="T15" fmla="*/ 13340 h 546"/>
                  <a:gd name="T16" fmla="*/ 13494 w 76"/>
                  <a:gd name="T17" fmla="*/ 0 h 546"/>
                  <a:gd name="T18" fmla="*/ 13494 w 76"/>
                  <a:gd name="T19" fmla="*/ 0 h 546"/>
                  <a:gd name="T20" fmla="*/ 0 w 76"/>
                  <a:gd name="T21" fmla="*/ 13340 h 5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6" h="546">
                    <a:moveTo>
                      <a:pt x="0" y="37"/>
                    </a:moveTo>
                    <a:lnTo>
                      <a:pt x="0" y="508"/>
                    </a:lnTo>
                    <a:cubicBezTo>
                      <a:pt x="0" y="528"/>
                      <a:pt x="19" y="545"/>
                      <a:pt x="38" y="545"/>
                    </a:cubicBezTo>
                    <a:cubicBezTo>
                      <a:pt x="59" y="545"/>
                      <a:pt x="75" y="528"/>
                      <a:pt x="75" y="508"/>
                    </a:cubicBezTo>
                    <a:lnTo>
                      <a:pt x="75" y="37"/>
                    </a:lnTo>
                    <a:cubicBezTo>
                      <a:pt x="75" y="17"/>
                      <a:pt x="59" y="0"/>
                      <a:pt x="38" y="0"/>
                    </a:cubicBezTo>
                    <a:cubicBezTo>
                      <a:pt x="19" y="0"/>
                      <a:pt x="0" y="17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1" name="Freeform 26">
                <a:extLst>
                  <a:ext uri="{FF2B5EF4-FFF2-40B4-BE49-F238E27FC236}">
                    <a16:creationId xmlns:a16="http://schemas.microsoft.com/office/drawing/2014/main" id="{CFBFDACB-9735-CF43-985F-A939D9080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9397" y="5029534"/>
                <a:ext cx="63640" cy="295732"/>
              </a:xfrm>
              <a:custGeom>
                <a:avLst/>
                <a:gdLst>
                  <a:gd name="T0" fmla="*/ 0 w 76"/>
                  <a:gd name="T1" fmla="*/ 13373 h 347"/>
                  <a:gd name="T2" fmla="*/ 0 w 76"/>
                  <a:gd name="T3" fmla="*/ 111679 h 347"/>
                  <a:gd name="T4" fmla="*/ 0 w 76"/>
                  <a:gd name="T5" fmla="*/ 111679 h 347"/>
                  <a:gd name="T6" fmla="*/ 13139 w 76"/>
                  <a:gd name="T7" fmla="*/ 125052 h 347"/>
                  <a:gd name="T8" fmla="*/ 13139 w 76"/>
                  <a:gd name="T9" fmla="*/ 125052 h 347"/>
                  <a:gd name="T10" fmla="*/ 26633 w 76"/>
                  <a:gd name="T11" fmla="*/ 111679 h 347"/>
                  <a:gd name="T12" fmla="*/ 26633 w 76"/>
                  <a:gd name="T13" fmla="*/ 13373 h 347"/>
                  <a:gd name="T14" fmla="*/ 26633 w 76"/>
                  <a:gd name="T15" fmla="*/ 13373 h 347"/>
                  <a:gd name="T16" fmla="*/ 13139 w 76"/>
                  <a:gd name="T17" fmla="*/ 0 h 347"/>
                  <a:gd name="T18" fmla="*/ 13139 w 76"/>
                  <a:gd name="T19" fmla="*/ 0 h 347"/>
                  <a:gd name="T20" fmla="*/ 0 w 76"/>
                  <a:gd name="T21" fmla="*/ 13373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6" h="347">
                    <a:moveTo>
                      <a:pt x="0" y="37"/>
                    </a:moveTo>
                    <a:lnTo>
                      <a:pt x="0" y="309"/>
                    </a:lnTo>
                    <a:cubicBezTo>
                      <a:pt x="0" y="329"/>
                      <a:pt x="17" y="346"/>
                      <a:pt x="37" y="346"/>
                    </a:cubicBezTo>
                    <a:cubicBezTo>
                      <a:pt x="57" y="346"/>
                      <a:pt x="75" y="329"/>
                      <a:pt x="75" y="309"/>
                    </a:cubicBezTo>
                    <a:lnTo>
                      <a:pt x="75" y="37"/>
                    </a:lnTo>
                    <a:cubicBezTo>
                      <a:pt x="75" y="16"/>
                      <a:pt x="5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2" name="Freeform 27">
                <a:extLst>
                  <a:ext uri="{FF2B5EF4-FFF2-40B4-BE49-F238E27FC236}">
                    <a16:creationId xmlns:a16="http://schemas.microsoft.com/office/drawing/2014/main" id="{43304A8D-AC89-F748-9C62-83B0D1D77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3352" y="5029534"/>
                <a:ext cx="63637" cy="295732"/>
              </a:xfrm>
              <a:custGeom>
                <a:avLst/>
                <a:gdLst>
                  <a:gd name="T0" fmla="*/ 0 w 75"/>
                  <a:gd name="T1" fmla="*/ 13373 h 347"/>
                  <a:gd name="T2" fmla="*/ 0 w 75"/>
                  <a:gd name="T3" fmla="*/ 111679 h 347"/>
                  <a:gd name="T4" fmla="*/ 0 w 75"/>
                  <a:gd name="T5" fmla="*/ 111679 h 347"/>
                  <a:gd name="T6" fmla="*/ 13314 w 75"/>
                  <a:gd name="T7" fmla="*/ 125052 h 347"/>
                  <a:gd name="T8" fmla="*/ 13314 w 75"/>
                  <a:gd name="T9" fmla="*/ 125052 h 347"/>
                  <a:gd name="T10" fmla="*/ 26627 w 75"/>
                  <a:gd name="T11" fmla="*/ 111679 h 347"/>
                  <a:gd name="T12" fmla="*/ 26627 w 75"/>
                  <a:gd name="T13" fmla="*/ 13373 h 347"/>
                  <a:gd name="T14" fmla="*/ 26627 w 75"/>
                  <a:gd name="T15" fmla="*/ 13373 h 347"/>
                  <a:gd name="T16" fmla="*/ 13314 w 75"/>
                  <a:gd name="T17" fmla="*/ 0 h 347"/>
                  <a:gd name="T18" fmla="*/ 13314 w 75"/>
                  <a:gd name="T19" fmla="*/ 0 h 347"/>
                  <a:gd name="T20" fmla="*/ 0 w 75"/>
                  <a:gd name="T21" fmla="*/ 13373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347">
                    <a:moveTo>
                      <a:pt x="0" y="37"/>
                    </a:moveTo>
                    <a:lnTo>
                      <a:pt x="0" y="309"/>
                    </a:lnTo>
                    <a:cubicBezTo>
                      <a:pt x="0" y="329"/>
                      <a:pt x="16" y="346"/>
                      <a:pt x="37" y="346"/>
                    </a:cubicBezTo>
                    <a:cubicBezTo>
                      <a:pt x="58" y="346"/>
                      <a:pt x="74" y="329"/>
                      <a:pt x="74" y="309"/>
                    </a:cubicBezTo>
                    <a:lnTo>
                      <a:pt x="74" y="37"/>
                    </a:lnTo>
                    <a:cubicBezTo>
                      <a:pt x="74" y="16"/>
                      <a:pt x="58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3" name="Freeform 28">
                <a:extLst>
                  <a:ext uri="{FF2B5EF4-FFF2-40B4-BE49-F238E27FC236}">
                    <a16:creationId xmlns:a16="http://schemas.microsoft.com/office/drawing/2014/main" id="{D25787BC-0F61-CE4F-9FD9-580297A07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7305" y="4861081"/>
                <a:ext cx="63640" cy="464186"/>
              </a:xfrm>
              <a:custGeom>
                <a:avLst/>
                <a:gdLst>
                  <a:gd name="T0" fmla="*/ 0 w 75"/>
                  <a:gd name="T1" fmla="*/ 13340 h 546"/>
                  <a:gd name="T2" fmla="*/ 0 w 75"/>
                  <a:gd name="T3" fmla="*/ 183150 h 546"/>
                  <a:gd name="T4" fmla="*/ 0 w 75"/>
                  <a:gd name="T5" fmla="*/ 183150 h 546"/>
                  <a:gd name="T6" fmla="*/ 13314 w 75"/>
                  <a:gd name="T7" fmla="*/ 196489 h 546"/>
                  <a:gd name="T8" fmla="*/ 13314 w 75"/>
                  <a:gd name="T9" fmla="*/ 196489 h 546"/>
                  <a:gd name="T10" fmla="*/ 26628 w 75"/>
                  <a:gd name="T11" fmla="*/ 183150 h 546"/>
                  <a:gd name="T12" fmla="*/ 26628 w 75"/>
                  <a:gd name="T13" fmla="*/ 13340 h 546"/>
                  <a:gd name="T14" fmla="*/ 26628 w 75"/>
                  <a:gd name="T15" fmla="*/ 13340 h 546"/>
                  <a:gd name="T16" fmla="*/ 13314 w 75"/>
                  <a:gd name="T17" fmla="*/ 0 h 546"/>
                  <a:gd name="T18" fmla="*/ 13314 w 75"/>
                  <a:gd name="T19" fmla="*/ 0 h 546"/>
                  <a:gd name="T20" fmla="*/ 0 w 75"/>
                  <a:gd name="T21" fmla="*/ 13340 h 5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546">
                    <a:moveTo>
                      <a:pt x="0" y="37"/>
                    </a:moveTo>
                    <a:lnTo>
                      <a:pt x="0" y="508"/>
                    </a:lnTo>
                    <a:cubicBezTo>
                      <a:pt x="0" y="528"/>
                      <a:pt x="17" y="545"/>
                      <a:pt x="37" y="545"/>
                    </a:cubicBezTo>
                    <a:cubicBezTo>
                      <a:pt x="58" y="545"/>
                      <a:pt x="74" y="528"/>
                      <a:pt x="74" y="508"/>
                    </a:cubicBezTo>
                    <a:lnTo>
                      <a:pt x="74" y="37"/>
                    </a:lnTo>
                    <a:cubicBezTo>
                      <a:pt x="74" y="17"/>
                      <a:pt x="58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4" name="Freeform 29">
                <a:extLst>
                  <a:ext uri="{FF2B5EF4-FFF2-40B4-BE49-F238E27FC236}">
                    <a16:creationId xmlns:a16="http://schemas.microsoft.com/office/drawing/2014/main" id="{99145A07-0770-0B41-A296-DF984C648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1259" y="4947179"/>
                <a:ext cx="63637" cy="378088"/>
              </a:xfrm>
              <a:custGeom>
                <a:avLst/>
                <a:gdLst>
                  <a:gd name="T0" fmla="*/ 0 w 75"/>
                  <a:gd name="T1" fmla="*/ 13272 h 447"/>
                  <a:gd name="T2" fmla="*/ 0 w 75"/>
                  <a:gd name="T3" fmla="*/ 146707 h 447"/>
                  <a:gd name="T4" fmla="*/ 0 w 75"/>
                  <a:gd name="T5" fmla="*/ 146707 h 447"/>
                  <a:gd name="T6" fmla="*/ 13314 w 75"/>
                  <a:gd name="T7" fmla="*/ 159979 h 447"/>
                  <a:gd name="T8" fmla="*/ 13314 w 75"/>
                  <a:gd name="T9" fmla="*/ 159979 h 447"/>
                  <a:gd name="T10" fmla="*/ 26627 w 75"/>
                  <a:gd name="T11" fmla="*/ 146707 h 447"/>
                  <a:gd name="T12" fmla="*/ 26627 w 75"/>
                  <a:gd name="T13" fmla="*/ 13272 h 447"/>
                  <a:gd name="T14" fmla="*/ 26627 w 75"/>
                  <a:gd name="T15" fmla="*/ 13272 h 447"/>
                  <a:gd name="T16" fmla="*/ 13314 w 75"/>
                  <a:gd name="T17" fmla="*/ 0 h 447"/>
                  <a:gd name="T18" fmla="*/ 13314 w 75"/>
                  <a:gd name="T19" fmla="*/ 0 h 447"/>
                  <a:gd name="T20" fmla="*/ 0 w 75"/>
                  <a:gd name="T21" fmla="*/ 13272 h 4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447">
                    <a:moveTo>
                      <a:pt x="0" y="37"/>
                    </a:moveTo>
                    <a:lnTo>
                      <a:pt x="0" y="409"/>
                    </a:lnTo>
                    <a:cubicBezTo>
                      <a:pt x="0" y="429"/>
                      <a:pt x="16" y="446"/>
                      <a:pt x="37" y="446"/>
                    </a:cubicBezTo>
                    <a:cubicBezTo>
                      <a:pt x="57" y="446"/>
                      <a:pt x="74" y="429"/>
                      <a:pt x="74" y="409"/>
                    </a:cubicBezTo>
                    <a:lnTo>
                      <a:pt x="74" y="37"/>
                    </a:lnTo>
                    <a:cubicBezTo>
                      <a:pt x="74" y="17"/>
                      <a:pt x="5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5" name="Freeform 30">
                <a:extLst>
                  <a:ext uri="{FF2B5EF4-FFF2-40B4-BE49-F238E27FC236}">
                    <a16:creationId xmlns:a16="http://schemas.microsoft.com/office/drawing/2014/main" id="{783B8897-913B-F84D-9624-7DDD1FD51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5212" y="5029534"/>
                <a:ext cx="63640" cy="295732"/>
              </a:xfrm>
              <a:custGeom>
                <a:avLst/>
                <a:gdLst>
                  <a:gd name="T0" fmla="*/ 0 w 75"/>
                  <a:gd name="T1" fmla="*/ 13373 h 347"/>
                  <a:gd name="T2" fmla="*/ 0 w 75"/>
                  <a:gd name="T3" fmla="*/ 111679 h 347"/>
                  <a:gd name="T4" fmla="*/ 0 w 75"/>
                  <a:gd name="T5" fmla="*/ 111679 h 347"/>
                  <a:gd name="T6" fmla="*/ 13314 w 75"/>
                  <a:gd name="T7" fmla="*/ 125052 h 347"/>
                  <a:gd name="T8" fmla="*/ 13314 w 75"/>
                  <a:gd name="T9" fmla="*/ 125052 h 347"/>
                  <a:gd name="T10" fmla="*/ 26628 w 75"/>
                  <a:gd name="T11" fmla="*/ 111679 h 347"/>
                  <a:gd name="T12" fmla="*/ 26628 w 75"/>
                  <a:gd name="T13" fmla="*/ 13373 h 347"/>
                  <a:gd name="T14" fmla="*/ 26628 w 75"/>
                  <a:gd name="T15" fmla="*/ 13373 h 347"/>
                  <a:gd name="T16" fmla="*/ 13314 w 75"/>
                  <a:gd name="T17" fmla="*/ 0 h 347"/>
                  <a:gd name="T18" fmla="*/ 13314 w 75"/>
                  <a:gd name="T19" fmla="*/ 0 h 347"/>
                  <a:gd name="T20" fmla="*/ 0 w 75"/>
                  <a:gd name="T21" fmla="*/ 13373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5" h="347">
                    <a:moveTo>
                      <a:pt x="0" y="37"/>
                    </a:moveTo>
                    <a:lnTo>
                      <a:pt x="0" y="309"/>
                    </a:lnTo>
                    <a:cubicBezTo>
                      <a:pt x="0" y="329"/>
                      <a:pt x="16" y="346"/>
                      <a:pt x="37" y="346"/>
                    </a:cubicBezTo>
                    <a:cubicBezTo>
                      <a:pt x="57" y="346"/>
                      <a:pt x="74" y="329"/>
                      <a:pt x="74" y="309"/>
                    </a:cubicBezTo>
                    <a:lnTo>
                      <a:pt x="74" y="37"/>
                    </a:lnTo>
                    <a:cubicBezTo>
                      <a:pt x="74" y="16"/>
                      <a:pt x="5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6" name="Freeform 31">
                <a:extLst>
                  <a:ext uri="{FF2B5EF4-FFF2-40B4-BE49-F238E27FC236}">
                    <a16:creationId xmlns:a16="http://schemas.microsoft.com/office/drawing/2014/main" id="{584B3256-2AC2-9944-84D3-73B4FBA0E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9166" y="5029534"/>
                <a:ext cx="63637" cy="295732"/>
              </a:xfrm>
              <a:custGeom>
                <a:avLst/>
                <a:gdLst>
                  <a:gd name="T0" fmla="*/ 13138 w 76"/>
                  <a:gd name="T1" fmla="*/ 125052 h 347"/>
                  <a:gd name="T2" fmla="*/ 13138 w 76"/>
                  <a:gd name="T3" fmla="*/ 125052 h 347"/>
                  <a:gd name="T4" fmla="*/ 26632 w 76"/>
                  <a:gd name="T5" fmla="*/ 111318 h 347"/>
                  <a:gd name="T6" fmla="*/ 26632 w 76"/>
                  <a:gd name="T7" fmla="*/ 13373 h 347"/>
                  <a:gd name="T8" fmla="*/ 26632 w 76"/>
                  <a:gd name="T9" fmla="*/ 13373 h 347"/>
                  <a:gd name="T10" fmla="*/ 13138 w 76"/>
                  <a:gd name="T11" fmla="*/ 0 h 347"/>
                  <a:gd name="T12" fmla="*/ 13138 w 76"/>
                  <a:gd name="T13" fmla="*/ 0 h 347"/>
                  <a:gd name="T14" fmla="*/ 0 w 76"/>
                  <a:gd name="T15" fmla="*/ 13373 h 347"/>
                  <a:gd name="T16" fmla="*/ 0 w 76"/>
                  <a:gd name="T17" fmla="*/ 111318 h 347"/>
                  <a:gd name="T18" fmla="*/ 0 w 76"/>
                  <a:gd name="T19" fmla="*/ 111318 h 347"/>
                  <a:gd name="T20" fmla="*/ 13138 w 76"/>
                  <a:gd name="T21" fmla="*/ 125052 h 3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6" h="347">
                    <a:moveTo>
                      <a:pt x="37" y="346"/>
                    </a:moveTo>
                    <a:lnTo>
                      <a:pt x="37" y="346"/>
                    </a:lnTo>
                    <a:cubicBezTo>
                      <a:pt x="58" y="346"/>
                      <a:pt x="75" y="329"/>
                      <a:pt x="75" y="308"/>
                    </a:cubicBezTo>
                    <a:lnTo>
                      <a:pt x="75" y="37"/>
                    </a:lnTo>
                    <a:cubicBezTo>
                      <a:pt x="75" y="16"/>
                      <a:pt x="58" y="0"/>
                      <a:pt x="37" y="0"/>
                    </a:cubicBezTo>
                    <a:cubicBezTo>
                      <a:pt x="18" y="0"/>
                      <a:pt x="0" y="16"/>
                      <a:pt x="0" y="37"/>
                    </a:cubicBezTo>
                    <a:lnTo>
                      <a:pt x="0" y="308"/>
                    </a:lnTo>
                    <a:cubicBezTo>
                      <a:pt x="0" y="329"/>
                      <a:pt x="18" y="346"/>
                      <a:pt x="37" y="34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  <p:sp>
            <p:nvSpPr>
              <p:cNvPr id="107" name="Freeform 32">
                <a:extLst>
                  <a:ext uri="{FF2B5EF4-FFF2-40B4-BE49-F238E27FC236}">
                    <a16:creationId xmlns:a16="http://schemas.microsoft.com/office/drawing/2014/main" id="{5654240C-17E0-6844-860A-6F68BCFBA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1522" y="4370690"/>
                <a:ext cx="658844" cy="479159"/>
              </a:xfrm>
              <a:custGeom>
                <a:avLst/>
                <a:gdLst>
                  <a:gd name="T0" fmla="*/ 229353 w 776"/>
                  <a:gd name="T1" fmla="*/ 117396 h 566"/>
                  <a:gd name="T2" fmla="*/ 222872 w 776"/>
                  <a:gd name="T3" fmla="*/ 120628 h 566"/>
                  <a:gd name="T4" fmla="*/ 220352 w 776"/>
                  <a:gd name="T5" fmla="*/ 118114 h 566"/>
                  <a:gd name="T6" fmla="*/ 219631 w 776"/>
                  <a:gd name="T7" fmla="*/ 114165 h 566"/>
                  <a:gd name="T8" fmla="*/ 213871 w 776"/>
                  <a:gd name="T9" fmla="*/ 91907 h 566"/>
                  <a:gd name="T10" fmla="*/ 190467 w 776"/>
                  <a:gd name="T11" fmla="*/ 89753 h 566"/>
                  <a:gd name="T12" fmla="*/ 38526 w 776"/>
                  <a:gd name="T13" fmla="*/ 175197 h 566"/>
                  <a:gd name="T14" fmla="*/ 28804 w 776"/>
                  <a:gd name="T15" fmla="*/ 172684 h 566"/>
                  <a:gd name="T16" fmla="*/ 27724 w 776"/>
                  <a:gd name="T17" fmla="*/ 167658 h 566"/>
                  <a:gd name="T18" fmla="*/ 183626 w 776"/>
                  <a:gd name="T19" fmla="*/ 77187 h 566"/>
                  <a:gd name="T20" fmla="*/ 193708 w 776"/>
                  <a:gd name="T21" fmla="*/ 56365 h 566"/>
                  <a:gd name="T22" fmla="*/ 177505 w 776"/>
                  <a:gd name="T23" fmla="*/ 39491 h 566"/>
                  <a:gd name="T24" fmla="*/ 173905 w 776"/>
                  <a:gd name="T25" fmla="*/ 36978 h 566"/>
                  <a:gd name="T26" fmla="*/ 173185 w 776"/>
                  <a:gd name="T27" fmla="*/ 33388 h 566"/>
                  <a:gd name="T28" fmla="*/ 173185 w 776"/>
                  <a:gd name="T29" fmla="*/ 33388 h 566"/>
                  <a:gd name="T30" fmla="*/ 244115 w 776"/>
                  <a:gd name="T31" fmla="*/ 44158 h 566"/>
                  <a:gd name="T32" fmla="*/ 249516 w 776"/>
                  <a:gd name="T33" fmla="*/ 47748 h 566"/>
                  <a:gd name="T34" fmla="*/ 249876 w 776"/>
                  <a:gd name="T35" fmla="*/ 54211 h 566"/>
                  <a:gd name="T36" fmla="*/ 272919 w 776"/>
                  <a:gd name="T37" fmla="*/ 35183 h 566"/>
                  <a:gd name="T38" fmla="*/ 185066 w 776"/>
                  <a:gd name="T39" fmla="*/ 3590 h 566"/>
                  <a:gd name="T40" fmla="*/ 147261 w 776"/>
                  <a:gd name="T41" fmla="*/ 27644 h 566"/>
                  <a:gd name="T42" fmla="*/ 151582 w 776"/>
                  <a:gd name="T43" fmla="*/ 51339 h 566"/>
                  <a:gd name="T44" fmla="*/ 159503 w 776"/>
                  <a:gd name="T45" fmla="*/ 59955 h 566"/>
                  <a:gd name="T46" fmla="*/ 18363 w 776"/>
                  <a:gd name="T47" fmla="*/ 140014 h 566"/>
                  <a:gd name="T48" fmla="*/ 2160 w 776"/>
                  <a:gd name="T49" fmla="*/ 160478 h 566"/>
                  <a:gd name="T50" fmla="*/ 5401 w 776"/>
                  <a:gd name="T51" fmla="*/ 185967 h 566"/>
                  <a:gd name="T52" fmla="*/ 25564 w 776"/>
                  <a:gd name="T53" fmla="*/ 201764 h 566"/>
                  <a:gd name="T54" fmla="*/ 34565 w 776"/>
                  <a:gd name="T55" fmla="*/ 202841 h 566"/>
                  <a:gd name="T56" fmla="*/ 192988 w 776"/>
                  <a:gd name="T57" fmla="*/ 118833 h 566"/>
                  <a:gd name="T58" fmla="*/ 196228 w 776"/>
                  <a:gd name="T59" fmla="*/ 130321 h 566"/>
                  <a:gd name="T60" fmla="*/ 214951 w 776"/>
                  <a:gd name="T61" fmla="*/ 146117 h 566"/>
                  <a:gd name="T62" fmla="*/ 254916 w 776"/>
                  <a:gd name="T63" fmla="*/ 126013 h 566"/>
                  <a:gd name="T64" fmla="*/ 275799 w 776"/>
                  <a:gd name="T65" fmla="*/ 62827 h 5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76" h="566">
                    <a:moveTo>
                      <a:pt x="694" y="151"/>
                    </a:moveTo>
                    <a:lnTo>
                      <a:pt x="637" y="327"/>
                    </a:lnTo>
                    <a:cubicBezTo>
                      <a:pt x="634" y="334"/>
                      <a:pt x="627" y="339"/>
                      <a:pt x="619" y="336"/>
                    </a:cubicBezTo>
                    <a:cubicBezTo>
                      <a:pt x="615" y="334"/>
                      <a:pt x="612" y="331"/>
                      <a:pt x="612" y="329"/>
                    </a:cubicBezTo>
                    <a:cubicBezTo>
                      <a:pt x="610" y="327"/>
                      <a:pt x="608" y="322"/>
                      <a:pt x="610" y="318"/>
                    </a:cubicBezTo>
                    <a:cubicBezTo>
                      <a:pt x="619" y="294"/>
                      <a:pt x="612" y="271"/>
                      <a:pt x="594" y="256"/>
                    </a:cubicBezTo>
                    <a:cubicBezTo>
                      <a:pt x="575" y="240"/>
                      <a:pt x="550" y="238"/>
                      <a:pt x="529" y="250"/>
                    </a:cubicBezTo>
                    <a:lnTo>
                      <a:pt x="107" y="488"/>
                    </a:lnTo>
                    <a:cubicBezTo>
                      <a:pt x="98" y="495"/>
                      <a:pt x="84" y="492"/>
                      <a:pt x="80" y="481"/>
                    </a:cubicBezTo>
                    <a:cubicBezTo>
                      <a:pt x="77" y="476"/>
                      <a:pt x="76" y="472"/>
                      <a:pt x="77" y="467"/>
                    </a:cubicBezTo>
                    <a:cubicBezTo>
                      <a:pt x="79" y="462"/>
                      <a:pt x="83" y="457"/>
                      <a:pt x="87" y="455"/>
                    </a:cubicBezTo>
                    <a:lnTo>
                      <a:pt x="510" y="215"/>
                    </a:lnTo>
                    <a:cubicBezTo>
                      <a:pt x="530" y="203"/>
                      <a:pt x="542" y="180"/>
                      <a:pt x="538" y="157"/>
                    </a:cubicBezTo>
                    <a:cubicBezTo>
                      <a:pt x="534" y="133"/>
                      <a:pt x="517" y="114"/>
                      <a:pt x="493" y="110"/>
                    </a:cubicBezTo>
                    <a:cubicBezTo>
                      <a:pt x="487" y="110"/>
                      <a:pt x="485" y="105"/>
                      <a:pt x="483" y="103"/>
                    </a:cubicBezTo>
                    <a:cubicBezTo>
                      <a:pt x="483" y="102"/>
                      <a:pt x="480" y="98"/>
                      <a:pt x="481" y="93"/>
                    </a:cubicBezTo>
                    <a:cubicBezTo>
                      <a:pt x="483" y="87"/>
                      <a:pt x="489" y="82"/>
                      <a:pt x="495" y="82"/>
                    </a:cubicBezTo>
                    <a:lnTo>
                      <a:pt x="678" y="123"/>
                    </a:lnTo>
                    <a:cubicBezTo>
                      <a:pt x="687" y="124"/>
                      <a:pt x="692" y="130"/>
                      <a:pt x="693" y="133"/>
                    </a:cubicBezTo>
                    <a:cubicBezTo>
                      <a:pt x="694" y="136"/>
                      <a:pt x="697" y="143"/>
                      <a:pt x="694" y="151"/>
                    </a:cubicBezTo>
                    <a:close/>
                    <a:moveTo>
                      <a:pt x="758" y="98"/>
                    </a:moveTo>
                    <a:lnTo>
                      <a:pt x="758" y="98"/>
                    </a:lnTo>
                    <a:cubicBezTo>
                      <a:pt x="745" y="73"/>
                      <a:pt x="721" y="56"/>
                      <a:pt x="694" y="50"/>
                    </a:cubicBezTo>
                    <a:lnTo>
                      <a:pt x="514" y="10"/>
                    </a:lnTo>
                    <a:cubicBezTo>
                      <a:pt x="466" y="0"/>
                      <a:pt x="421" y="29"/>
                      <a:pt x="409" y="77"/>
                    </a:cubicBezTo>
                    <a:cubicBezTo>
                      <a:pt x="404" y="99"/>
                      <a:pt x="408" y="124"/>
                      <a:pt x="421" y="143"/>
                    </a:cubicBezTo>
                    <a:cubicBezTo>
                      <a:pt x="426" y="152"/>
                      <a:pt x="434" y="161"/>
                      <a:pt x="443" y="167"/>
                    </a:cubicBezTo>
                    <a:lnTo>
                      <a:pt x="51" y="390"/>
                    </a:lnTo>
                    <a:cubicBezTo>
                      <a:pt x="28" y="403"/>
                      <a:pt x="14" y="422"/>
                      <a:pt x="6" y="447"/>
                    </a:cubicBezTo>
                    <a:cubicBezTo>
                      <a:pt x="0" y="471"/>
                      <a:pt x="3" y="496"/>
                      <a:pt x="15" y="518"/>
                    </a:cubicBezTo>
                    <a:cubicBezTo>
                      <a:pt x="27" y="541"/>
                      <a:pt x="47" y="555"/>
                      <a:pt x="71" y="562"/>
                    </a:cubicBezTo>
                    <a:cubicBezTo>
                      <a:pt x="80" y="565"/>
                      <a:pt x="89" y="565"/>
                      <a:pt x="96" y="565"/>
                    </a:cubicBezTo>
                    <a:cubicBezTo>
                      <a:pt x="112" y="565"/>
                      <a:pt x="129" y="562"/>
                      <a:pt x="144" y="554"/>
                    </a:cubicBezTo>
                    <a:lnTo>
                      <a:pt x="536" y="331"/>
                    </a:lnTo>
                    <a:cubicBezTo>
                      <a:pt x="536" y="342"/>
                      <a:pt x="539" y="352"/>
                      <a:pt x="545" y="363"/>
                    </a:cubicBezTo>
                    <a:cubicBezTo>
                      <a:pt x="555" y="383"/>
                      <a:pt x="573" y="399"/>
                      <a:pt x="597" y="407"/>
                    </a:cubicBezTo>
                    <a:cubicBezTo>
                      <a:pt x="643" y="422"/>
                      <a:pt x="692" y="397"/>
                      <a:pt x="708" y="351"/>
                    </a:cubicBezTo>
                    <a:lnTo>
                      <a:pt x="766" y="175"/>
                    </a:lnTo>
                    <a:cubicBezTo>
                      <a:pt x="775" y="150"/>
                      <a:pt x="771" y="121"/>
                      <a:pt x="758" y="9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00"/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0F365BE7-9D22-CE4F-8513-610B7C9D42E6}"/>
              </a:ext>
            </a:extLst>
          </p:cNvPr>
          <p:cNvSpPr txBox="1"/>
          <p:nvPr/>
        </p:nvSpPr>
        <p:spPr>
          <a:xfrm>
            <a:off x="9155645" y="3752045"/>
            <a:ext cx="290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Strengthens risk maturity by embedding governance, ownership, control effectiveness, and continuous monitoring into day-to-day operations.</a:t>
            </a:r>
          </a:p>
        </p:txBody>
      </p:sp>
      <p:pic>
        <p:nvPicPr>
          <p:cNvPr id="8" name="Picture 7" descr="A diagram of a process&#10;&#10;AI-generated content may be incorrect.">
            <a:extLst>
              <a:ext uri="{FF2B5EF4-FFF2-40B4-BE49-F238E27FC236}">
                <a16:creationId xmlns:a16="http://schemas.microsoft.com/office/drawing/2014/main" id="{ED696E98-FBF9-8FDE-4CA3-15C15AD2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469" y="1056294"/>
            <a:ext cx="4814495" cy="44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5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4C8E89A-1F6E-7342-A4C3-2AAA1B0013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A560D1-147C-6248-B248-B7471A0C70EA}"/>
              </a:ext>
            </a:extLst>
          </p:cNvPr>
          <p:cNvSpPr/>
          <p:nvPr/>
        </p:nvSpPr>
        <p:spPr>
          <a:xfrm rot="10800000" flipV="1">
            <a:off x="1587" y="-7263"/>
            <a:ext cx="12188825" cy="6858000"/>
          </a:xfrm>
          <a:prstGeom prst="rect">
            <a:avLst/>
          </a:prstGeom>
          <a:gradFill>
            <a:gsLst>
              <a:gs pos="100000">
                <a:schemeClr val="accent2">
                  <a:alpha val="80000"/>
                </a:schemeClr>
              </a:gs>
              <a:gs pos="33000">
                <a:schemeClr val="accent1">
                  <a:alpha val="80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DE74D-FEDF-984C-BBA3-A8B6A7B54EDA}"/>
              </a:ext>
            </a:extLst>
          </p:cNvPr>
          <p:cNvSpPr/>
          <p:nvPr/>
        </p:nvSpPr>
        <p:spPr>
          <a:xfrm flipH="1">
            <a:off x="6256142" y="-8408"/>
            <a:ext cx="5934271" cy="6873672"/>
          </a:xfrm>
          <a:custGeom>
            <a:avLst/>
            <a:gdLst>
              <a:gd name="connsiteX0" fmla="*/ 0 w 11146971"/>
              <a:gd name="connsiteY0" fmla="*/ 0 h 13716001"/>
              <a:gd name="connsiteX1" fmla="*/ 11146971 w 11146971"/>
              <a:gd name="connsiteY1" fmla="*/ 0 h 13716001"/>
              <a:gd name="connsiteX2" fmla="*/ 11146971 w 11146971"/>
              <a:gd name="connsiteY2" fmla="*/ 13716001 h 13716001"/>
              <a:gd name="connsiteX3" fmla="*/ 0 w 11146971"/>
              <a:gd name="connsiteY3" fmla="*/ 13716001 h 13716001"/>
              <a:gd name="connsiteX4" fmla="*/ 0 w 11146971"/>
              <a:gd name="connsiteY4" fmla="*/ 0 h 13716001"/>
              <a:gd name="connsiteX0" fmla="*/ 0 w 11150600"/>
              <a:gd name="connsiteY0" fmla="*/ 0 h 13716001"/>
              <a:gd name="connsiteX1" fmla="*/ 11146971 w 11150600"/>
              <a:gd name="connsiteY1" fmla="*/ 0 h 13716001"/>
              <a:gd name="connsiteX2" fmla="*/ 11150600 w 11150600"/>
              <a:gd name="connsiteY2" fmla="*/ 1244601 h 13716001"/>
              <a:gd name="connsiteX3" fmla="*/ 11146971 w 11150600"/>
              <a:gd name="connsiteY3" fmla="*/ 13716001 h 13716001"/>
              <a:gd name="connsiteX4" fmla="*/ 0 w 11150600"/>
              <a:gd name="connsiteY4" fmla="*/ 13716001 h 13716001"/>
              <a:gd name="connsiteX5" fmla="*/ 0 w 11150600"/>
              <a:gd name="connsiteY5" fmla="*/ 0 h 13716001"/>
              <a:gd name="connsiteX0" fmla="*/ 0 w 13385800"/>
              <a:gd name="connsiteY0" fmla="*/ 0 h 13716001"/>
              <a:gd name="connsiteX1" fmla="*/ 11146971 w 13385800"/>
              <a:gd name="connsiteY1" fmla="*/ 0 h 13716001"/>
              <a:gd name="connsiteX2" fmla="*/ 13385800 w 13385800"/>
              <a:gd name="connsiteY2" fmla="*/ 6908801 h 13716001"/>
              <a:gd name="connsiteX3" fmla="*/ 11146971 w 13385800"/>
              <a:gd name="connsiteY3" fmla="*/ 13716001 h 13716001"/>
              <a:gd name="connsiteX4" fmla="*/ 0 w 13385800"/>
              <a:gd name="connsiteY4" fmla="*/ 13716001 h 13716001"/>
              <a:gd name="connsiteX5" fmla="*/ 0 w 13385800"/>
              <a:gd name="connsiteY5" fmla="*/ 0 h 13716001"/>
              <a:gd name="connsiteX0" fmla="*/ 0 w 13654142"/>
              <a:gd name="connsiteY0" fmla="*/ 0 h 13716001"/>
              <a:gd name="connsiteX1" fmla="*/ 11146971 w 13654142"/>
              <a:gd name="connsiteY1" fmla="*/ 0 h 13716001"/>
              <a:gd name="connsiteX2" fmla="*/ 13385800 w 13654142"/>
              <a:gd name="connsiteY2" fmla="*/ 6908801 h 13716001"/>
              <a:gd name="connsiteX3" fmla="*/ 11146971 w 13654142"/>
              <a:gd name="connsiteY3" fmla="*/ 13716001 h 13716001"/>
              <a:gd name="connsiteX4" fmla="*/ 0 w 13654142"/>
              <a:gd name="connsiteY4" fmla="*/ 13716001 h 13716001"/>
              <a:gd name="connsiteX5" fmla="*/ 0 w 13654142"/>
              <a:gd name="connsiteY5" fmla="*/ 0 h 13716001"/>
              <a:gd name="connsiteX0" fmla="*/ 0 w 13873999"/>
              <a:gd name="connsiteY0" fmla="*/ 0 h 13716001"/>
              <a:gd name="connsiteX1" fmla="*/ 11146971 w 13873999"/>
              <a:gd name="connsiteY1" fmla="*/ 0 h 13716001"/>
              <a:gd name="connsiteX2" fmla="*/ 13385800 w 13873999"/>
              <a:gd name="connsiteY2" fmla="*/ 6908801 h 13716001"/>
              <a:gd name="connsiteX3" fmla="*/ 11146971 w 13873999"/>
              <a:gd name="connsiteY3" fmla="*/ 13716001 h 13716001"/>
              <a:gd name="connsiteX4" fmla="*/ 0 w 13873999"/>
              <a:gd name="connsiteY4" fmla="*/ 13716001 h 13716001"/>
              <a:gd name="connsiteX5" fmla="*/ 0 w 13873999"/>
              <a:gd name="connsiteY5" fmla="*/ 0 h 13716001"/>
              <a:gd name="connsiteX0" fmla="*/ 0 w 13649394"/>
              <a:gd name="connsiteY0" fmla="*/ 0 h 13716001"/>
              <a:gd name="connsiteX1" fmla="*/ 11146971 w 13649394"/>
              <a:gd name="connsiteY1" fmla="*/ 0 h 13716001"/>
              <a:gd name="connsiteX2" fmla="*/ 13106400 w 13649394"/>
              <a:gd name="connsiteY2" fmla="*/ 2997201 h 13716001"/>
              <a:gd name="connsiteX3" fmla="*/ 11146971 w 13649394"/>
              <a:gd name="connsiteY3" fmla="*/ 13716001 h 13716001"/>
              <a:gd name="connsiteX4" fmla="*/ 0 w 13649394"/>
              <a:gd name="connsiteY4" fmla="*/ 13716001 h 13716001"/>
              <a:gd name="connsiteX5" fmla="*/ 0 w 13649394"/>
              <a:gd name="connsiteY5" fmla="*/ 0 h 13716001"/>
              <a:gd name="connsiteX0" fmla="*/ 0 w 13750288"/>
              <a:gd name="connsiteY0" fmla="*/ 0 h 13716001"/>
              <a:gd name="connsiteX1" fmla="*/ 11146971 w 13750288"/>
              <a:gd name="connsiteY1" fmla="*/ 0 h 13716001"/>
              <a:gd name="connsiteX2" fmla="*/ 13233400 w 13750288"/>
              <a:gd name="connsiteY2" fmla="*/ 4140201 h 13716001"/>
              <a:gd name="connsiteX3" fmla="*/ 11146971 w 13750288"/>
              <a:gd name="connsiteY3" fmla="*/ 13716001 h 13716001"/>
              <a:gd name="connsiteX4" fmla="*/ 0 w 13750288"/>
              <a:gd name="connsiteY4" fmla="*/ 13716001 h 13716001"/>
              <a:gd name="connsiteX5" fmla="*/ 0 w 13750288"/>
              <a:gd name="connsiteY5" fmla="*/ 0 h 13716001"/>
              <a:gd name="connsiteX0" fmla="*/ 0 w 13750288"/>
              <a:gd name="connsiteY0" fmla="*/ 0 h 13716001"/>
              <a:gd name="connsiteX1" fmla="*/ 11146971 w 13750288"/>
              <a:gd name="connsiteY1" fmla="*/ 0 h 13716001"/>
              <a:gd name="connsiteX2" fmla="*/ 13233400 w 13750288"/>
              <a:gd name="connsiteY2" fmla="*/ 4140201 h 13716001"/>
              <a:gd name="connsiteX3" fmla="*/ 11146971 w 13750288"/>
              <a:gd name="connsiteY3" fmla="*/ 13716001 h 13716001"/>
              <a:gd name="connsiteX4" fmla="*/ 0 w 13750288"/>
              <a:gd name="connsiteY4" fmla="*/ 13716001 h 13716001"/>
              <a:gd name="connsiteX5" fmla="*/ 0 w 13750288"/>
              <a:gd name="connsiteY5" fmla="*/ 0 h 13716001"/>
              <a:gd name="connsiteX0" fmla="*/ 0 w 12540342"/>
              <a:gd name="connsiteY0" fmla="*/ 0 h 13716001"/>
              <a:gd name="connsiteX1" fmla="*/ 11146971 w 12540342"/>
              <a:gd name="connsiteY1" fmla="*/ 0 h 13716001"/>
              <a:gd name="connsiteX2" fmla="*/ 11146971 w 12540342"/>
              <a:gd name="connsiteY2" fmla="*/ 13716001 h 13716001"/>
              <a:gd name="connsiteX3" fmla="*/ 0 w 12540342"/>
              <a:gd name="connsiteY3" fmla="*/ 13716001 h 13716001"/>
              <a:gd name="connsiteX4" fmla="*/ 0 w 12540342"/>
              <a:gd name="connsiteY4" fmla="*/ 0 h 13716001"/>
              <a:gd name="connsiteX0" fmla="*/ 0 w 13109353"/>
              <a:gd name="connsiteY0" fmla="*/ 0 h 13716001"/>
              <a:gd name="connsiteX1" fmla="*/ 11146971 w 13109353"/>
              <a:gd name="connsiteY1" fmla="*/ 0 h 13716001"/>
              <a:gd name="connsiteX2" fmla="*/ 11146971 w 13109353"/>
              <a:gd name="connsiteY2" fmla="*/ 13716001 h 13716001"/>
              <a:gd name="connsiteX3" fmla="*/ 0 w 13109353"/>
              <a:gd name="connsiteY3" fmla="*/ 13716001 h 13716001"/>
              <a:gd name="connsiteX4" fmla="*/ 0 w 13109353"/>
              <a:gd name="connsiteY4" fmla="*/ 0 h 13716001"/>
              <a:gd name="connsiteX0" fmla="*/ 0 w 13304207"/>
              <a:gd name="connsiteY0" fmla="*/ 0 h 13716001"/>
              <a:gd name="connsiteX1" fmla="*/ 11146971 w 13304207"/>
              <a:gd name="connsiteY1" fmla="*/ 0 h 13716001"/>
              <a:gd name="connsiteX2" fmla="*/ 11146971 w 13304207"/>
              <a:gd name="connsiteY2" fmla="*/ 13716001 h 13716001"/>
              <a:gd name="connsiteX3" fmla="*/ 0 w 13304207"/>
              <a:gd name="connsiteY3" fmla="*/ 13716001 h 13716001"/>
              <a:gd name="connsiteX4" fmla="*/ 0 w 13304207"/>
              <a:gd name="connsiteY4" fmla="*/ 0 h 13716001"/>
              <a:gd name="connsiteX0" fmla="*/ 0 w 13243524"/>
              <a:gd name="connsiteY0" fmla="*/ 0 h 13716001"/>
              <a:gd name="connsiteX1" fmla="*/ 11146971 w 13243524"/>
              <a:gd name="connsiteY1" fmla="*/ 0 h 13716001"/>
              <a:gd name="connsiteX2" fmla="*/ 11146971 w 13243524"/>
              <a:gd name="connsiteY2" fmla="*/ 13716001 h 13716001"/>
              <a:gd name="connsiteX3" fmla="*/ 0 w 13243524"/>
              <a:gd name="connsiteY3" fmla="*/ 13716001 h 13716001"/>
              <a:gd name="connsiteX4" fmla="*/ 0 w 13243524"/>
              <a:gd name="connsiteY4" fmla="*/ 0 h 13716001"/>
              <a:gd name="connsiteX0" fmla="*/ 0 w 13253599"/>
              <a:gd name="connsiteY0" fmla="*/ 0 h 13716001"/>
              <a:gd name="connsiteX1" fmla="*/ 11146971 w 13253599"/>
              <a:gd name="connsiteY1" fmla="*/ 0 h 13716001"/>
              <a:gd name="connsiteX2" fmla="*/ 11146971 w 13253599"/>
              <a:gd name="connsiteY2" fmla="*/ 13716001 h 13716001"/>
              <a:gd name="connsiteX3" fmla="*/ 0 w 13253599"/>
              <a:gd name="connsiteY3" fmla="*/ 13716001 h 13716001"/>
              <a:gd name="connsiteX4" fmla="*/ 0 w 13253599"/>
              <a:gd name="connsiteY4" fmla="*/ 0 h 13716001"/>
              <a:gd name="connsiteX0" fmla="*/ 0 w 13233464"/>
              <a:gd name="connsiteY0" fmla="*/ 0 h 13716001"/>
              <a:gd name="connsiteX1" fmla="*/ 11146971 w 13233464"/>
              <a:gd name="connsiteY1" fmla="*/ 0 h 13716001"/>
              <a:gd name="connsiteX2" fmla="*/ 11146971 w 13233464"/>
              <a:gd name="connsiteY2" fmla="*/ 13716001 h 13716001"/>
              <a:gd name="connsiteX3" fmla="*/ 0 w 13233464"/>
              <a:gd name="connsiteY3" fmla="*/ 13716001 h 13716001"/>
              <a:gd name="connsiteX4" fmla="*/ 0 w 13233464"/>
              <a:gd name="connsiteY4" fmla="*/ 0 h 13716001"/>
              <a:gd name="connsiteX0" fmla="*/ 0 w 13224546"/>
              <a:gd name="connsiteY0" fmla="*/ 0 h 13716001"/>
              <a:gd name="connsiteX1" fmla="*/ 11146971 w 13224546"/>
              <a:gd name="connsiteY1" fmla="*/ 0 h 13716001"/>
              <a:gd name="connsiteX2" fmla="*/ 11146971 w 13224546"/>
              <a:gd name="connsiteY2" fmla="*/ 13716001 h 13716001"/>
              <a:gd name="connsiteX3" fmla="*/ 0 w 13224546"/>
              <a:gd name="connsiteY3" fmla="*/ 13716001 h 13716001"/>
              <a:gd name="connsiteX4" fmla="*/ 0 w 13224546"/>
              <a:gd name="connsiteY4" fmla="*/ 0 h 13716001"/>
              <a:gd name="connsiteX0" fmla="*/ 0 w 13929089"/>
              <a:gd name="connsiteY0" fmla="*/ 0 h 13716001"/>
              <a:gd name="connsiteX1" fmla="*/ 11146971 w 13929089"/>
              <a:gd name="connsiteY1" fmla="*/ 0 h 13716001"/>
              <a:gd name="connsiteX2" fmla="*/ 11146971 w 13929089"/>
              <a:gd name="connsiteY2" fmla="*/ 13716001 h 13716001"/>
              <a:gd name="connsiteX3" fmla="*/ 0 w 13929089"/>
              <a:gd name="connsiteY3" fmla="*/ 13716001 h 13716001"/>
              <a:gd name="connsiteX4" fmla="*/ 0 w 13929089"/>
              <a:gd name="connsiteY4" fmla="*/ 0 h 13716001"/>
              <a:gd name="connsiteX0" fmla="*/ 0 w 14135028"/>
              <a:gd name="connsiteY0" fmla="*/ 0 h 13716001"/>
              <a:gd name="connsiteX1" fmla="*/ 11146971 w 14135028"/>
              <a:gd name="connsiteY1" fmla="*/ 0 h 13716001"/>
              <a:gd name="connsiteX2" fmla="*/ 11146971 w 14135028"/>
              <a:gd name="connsiteY2" fmla="*/ 13716001 h 13716001"/>
              <a:gd name="connsiteX3" fmla="*/ 0 w 14135028"/>
              <a:gd name="connsiteY3" fmla="*/ 13716001 h 13716001"/>
              <a:gd name="connsiteX4" fmla="*/ 0 w 14135028"/>
              <a:gd name="connsiteY4" fmla="*/ 0 h 13716001"/>
              <a:gd name="connsiteX0" fmla="*/ 0 w 14067725"/>
              <a:gd name="connsiteY0" fmla="*/ 0 h 13716001"/>
              <a:gd name="connsiteX1" fmla="*/ 11146971 w 14067725"/>
              <a:gd name="connsiteY1" fmla="*/ 0 h 13716001"/>
              <a:gd name="connsiteX2" fmla="*/ 11146971 w 14067725"/>
              <a:gd name="connsiteY2" fmla="*/ 13716001 h 13716001"/>
              <a:gd name="connsiteX3" fmla="*/ 0 w 14067725"/>
              <a:gd name="connsiteY3" fmla="*/ 13716001 h 13716001"/>
              <a:gd name="connsiteX4" fmla="*/ 0 w 14067725"/>
              <a:gd name="connsiteY4" fmla="*/ 0 h 13716001"/>
              <a:gd name="connsiteX0" fmla="*/ 0 w 14092890"/>
              <a:gd name="connsiteY0" fmla="*/ 0 h 13716001"/>
              <a:gd name="connsiteX1" fmla="*/ 11146971 w 14092890"/>
              <a:gd name="connsiteY1" fmla="*/ 0 h 13716001"/>
              <a:gd name="connsiteX2" fmla="*/ 11146971 w 14092890"/>
              <a:gd name="connsiteY2" fmla="*/ 13716001 h 13716001"/>
              <a:gd name="connsiteX3" fmla="*/ 0 w 14092890"/>
              <a:gd name="connsiteY3" fmla="*/ 13716001 h 13716001"/>
              <a:gd name="connsiteX4" fmla="*/ 0 w 14092890"/>
              <a:gd name="connsiteY4" fmla="*/ 0 h 13716001"/>
              <a:gd name="connsiteX0" fmla="*/ 0 w 14116678"/>
              <a:gd name="connsiteY0" fmla="*/ 0 h 13716001"/>
              <a:gd name="connsiteX1" fmla="*/ 11146971 w 14116678"/>
              <a:gd name="connsiteY1" fmla="*/ 0 h 13716001"/>
              <a:gd name="connsiteX2" fmla="*/ 11146971 w 14116678"/>
              <a:gd name="connsiteY2" fmla="*/ 13716001 h 13716001"/>
              <a:gd name="connsiteX3" fmla="*/ 0 w 14116678"/>
              <a:gd name="connsiteY3" fmla="*/ 13716001 h 13716001"/>
              <a:gd name="connsiteX4" fmla="*/ 0 w 14116678"/>
              <a:gd name="connsiteY4" fmla="*/ 0 h 1371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16678" h="13716001">
                <a:moveTo>
                  <a:pt x="0" y="0"/>
                </a:moveTo>
                <a:lnTo>
                  <a:pt x="11146971" y="0"/>
                </a:lnTo>
                <a:cubicBezTo>
                  <a:pt x="15308944" y="4245428"/>
                  <a:pt x="14898914" y="9608459"/>
                  <a:pt x="11146971" y="13716001"/>
                </a:cubicBezTo>
                <a:lnTo>
                  <a:pt x="0" y="1371600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 dirty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8B4610-E7D1-B749-959D-F1B7131930D1}"/>
              </a:ext>
            </a:extLst>
          </p:cNvPr>
          <p:cNvGrpSpPr/>
          <p:nvPr/>
        </p:nvGrpSpPr>
        <p:grpSpPr>
          <a:xfrm>
            <a:off x="7351767" y="1584779"/>
            <a:ext cx="4290973" cy="4627162"/>
            <a:chOff x="2379890" y="4450512"/>
            <a:chExt cx="8581945" cy="925432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CAA1793-91F4-E14B-B2E6-3066898D8088}"/>
                </a:ext>
              </a:extLst>
            </p:cNvPr>
            <p:cNvGrpSpPr/>
            <p:nvPr/>
          </p:nvGrpSpPr>
          <p:grpSpPr>
            <a:xfrm>
              <a:off x="2379890" y="4450512"/>
              <a:ext cx="8581945" cy="5609230"/>
              <a:chOff x="2419430" y="2151726"/>
              <a:chExt cx="8581945" cy="560923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BAB834-84FA-3A4B-9D99-444FCB5FA429}"/>
                  </a:ext>
                </a:extLst>
              </p:cNvPr>
              <p:cNvSpPr txBox="1"/>
              <p:nvPr/>
            </p:nvSpPr>
            <p:spPr>
              <a:xfrm>
                <a:off x="2419430" y="2151726"/>
                <a:ext cx="7769599" cy="23391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5000" dirty="0">
                    <a:solidFill>
                      <a:srgbClr val="FFFFFF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Thank You</a:t>
                </a:r>
              </a:p>
              <a:p>
                <a:pPr algn="ctr" defTabSz="914217"/>
                <a:r>
                  <a:rPr lang="en-US" dirty="0">
                    <a:solidFill>
                      <a:srgbClr val="FFFFFF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Question &amp; Discussion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44B383-15EE-F242-BA74-0FE8DF209DB0}"/>
                  </a:ext>
                </a:extLst>
              </p:cNvPr>
              <p:cNvSpPr txBox="1"/>
              <p:nvPr/>
            </p:nvSpPr>
            <p:spPr>
              <a:xfrm>
                <a:off x="2419430" y="5321826"/>
                <a:ext cx="8581945" cy="2439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>
                  <a:lnSpc>
                    <a:spcPct val="15000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 Medium" pitchFamily="2" charset="77"/>
                    <a:ea typeface="Roboto Medium" panose="02000000000000000000" pitchFamily="2" charset="0"/>
                    <a:cs typeface="Poppins Medium" pitchFamily="2" charset="77"/>
                  </a:rPr>
                  <a:t>Enterprise Risk Assessment Framework</a:t>
                </a:r>
              </a:p>
              <a:p>
                <a:pPr algn="ctr" defTabSz="914217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FFFFFF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Aligned with ISO 31000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81E0CF7-5CDC-2144-A03A-AAC2D1E4CDA0}"/>
                </a:ext>
              </a:extLst>
            </p:cNvPr>
            <p:cNvSpPr txBox="1"/>
            <p:nvPr/>
          </p:nvSpPr>
          <p:spPr>
            <a:xfrm>
              <a:off x="2379890" y="11304178"/>
              <a:ext cx="8581945" cy="2400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sz="1400" spc="150" dirty="0">
                  <a:solidFill>
                    <a:srgbClr val="FFFFFF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Prepared by: Sachin Verma</a:t>
              </a:r>
            </a:p>
            <a:p>
              <a:pPr defTabSz="914217"/>
              <a:endParaRPr lang="en-US" sz="1400" spc="150" dirty="0">
                <a:solidFill>
                  <a:srgbClr val="FFFFFF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endParaRPr>
            </a:p>
            <a:p>
              <a:pPr defTabSz="914217"/>
              <a:endParaRPr lang="en-US" sz="1400" spc="150" dirty="0">
                <a:solidFill>
                  <a:srgbClr val="FFFFFF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endParaRPr>
            </a:p>
            <a:p>
              <a:pPr algn="ctr" defTabSz="914217"/>
              <a:endParaRPr lang="en-US" sz="1000" i="1" spc="150" dirty="0">
                <a:solidFill>
                  <a:srgbClr val="FFFFFF"/>
                </a:solidFill>
                <a:latin typeface="+mj-lt"/>
                <a:ea typeface="Lato Medium" panose="020F0502020204030203" pitchFamily="34" charset="0"/>
                <a:cs typeface="Lato Medium" panose="020F0502020204030203" pitchFamily="34" charset="0"/>
              </a:endParaRPr>
            </a:p>
            <a:p>
              <a:pPr algn="ctr" defTabSz="914217"/>
              <a:r>
                <a:rPr lang="en-US" sz="1000" i="1" dirty="0">
                  <a:solidFill>
                    <a:schemeClr val="bg2"/>
                  </a:solidFill>
                  <a:latin typeface="+mj-lt"/>
                </a:rPr>
                <a:t>This presentation demonstrates the practical application of enterprise risk management principles within a financial technology context.</a:t>
              </a:r>
              <a:endParaRPr lang="en-US" sz="1000" i="1" spc="150" dirty="0">
                <a:solidFill>
                  <a:schemeClr val="bg2"/>
                </a:solidFill>
                <a:latin typeface="+mj-lt"/>
                <a:ea typeface="Lato Medium" panose="020F0502020204030203" pitchFamily="34" charset="0"/>
                <a:cs typeface="Lato Medium" panose="020F0502020204030203" pitchFamily="34" charset="0"/>
              </a:endParaRPr>
            </a:p>
          </p:txBody>
        </p:sp>
      </p:grpSp>
      <p:sp>
        <p:nvSpPr>
          <p:cNvPr id="13" name="Pie 12">
            <a:extLst>
              <a:ext uri="{FF2B5EF4-FFF2-40B4-BE49-F238E27FC236}">
                <a16:creationId xmlns:a16="http://schemas.microsoft.com/office/drawing/2014/main" id="{36D4322D-88FA-844C-BF25-F377A57369C7}"/>
              </a:ext>
            </a:extLst>
          </p:cNvPr>
          <p:cNvSpPr/>
          <p:nvPr/>
        </p:nvSpPr>
        <p:spPr>
          <a:xfrm flipH="1">
            <a:off x="1588" y="3791018"/>
            <a:ext cx="3058925" cy="3059720"/>
          </a:xfrm>
          <a:prstGeom prst="pieWedge">
            <a:avLst/>
          </a:prstGeom>
          <a:solidFill>
            <a:schemeClr val="tx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914217"/>
            <a:endParaRPr lang="en-US" dirty="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464869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SQ - Rouge Light">
      <a:dk1>
        <a:srgbClr val="737572"/>
      </a:dk1>
      <a:lt1>
        <a:srgbClr val="FFFFFF"/>
      </a:lt1>
      <a:dk2>
        <a:srgbClr val="363E48"/>
      </a:dk2>
      <a:lt2>
        <a:srgbClr val="FFFFFF"/>
      </a:lt2>
      <a:accent1>
        <a:srgbClr val="1EA185"/>
      </a:accent1>
      <a:accent2>
        <a:srgbClr val="9BBB5C"/>
      </a:accent2>
      <a:accent3>
        <a:srgbClr val="F29B26"/>
      </a:accent3>
      <a:accent4>
        <a:srgbClr val="BD392F"/>
      </a:accent4>
      <a:accent5>
        <a:srgbClr val="445469"/>
      </a:accent5>
      <a:accent6>
        <a:srgbClr val="6D6F6B"/>
      </a:accent6>
      <a:hlink>
        <a:srgbClr val="1E9272"/>
      </a:hlink>
      <a:folHlink>
        <a:srgbClr val="AC2624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613</Words>
  <Application>Microsoft Macintosh PowerPoint</Application>
  <PresentationFormat>Widescreen</PresentationFormat>
  <Paragraphs>134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Aptos Narrow</vt:lpstr>
      <vt:lpstr>Arial</vt:lpstr>
      <vt:lpstr>Calibri</vt:lpstr>
      <vt:lpstr>Calibri Light</vt:lpstr>
      <vt:lpstr>Lato</vt:lpstr>
      <vt:lpstr>Lato Light</vt:lpstr>
      <vt:lpstr>Lato Medium</vt:lpstr>
      <vt:lpstr>Montserrat</vt:lpstr>
      <vt:lpstr>Poppins Medium</vt:lpstr>
      <vt:lpstr>Roboto</vt:lpstr>
      <vt:lpstr>Roboto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Verma, Sachin</dc:creator>
  <cp:lastModifiedBy>Verma, Sachin</cp:lastModifiedBy>
  <cp:revision>2</cp:revision>
  <dcterms:created xsi:type="dcterms:W3CDTF">2026-02-08T19:54:09Z</dcterms:created>
  <dcterms:modified xsi:type="dcterms:W3CDTF">2026-02-08T22:20:24Z</dcterms:modified>
</cp:coreProperties>
</file>